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0CC211-D029-D04A-A08A-5905FD0C9BE5}" v="4" dt="2025-10-23T01:03:13.1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0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48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o Moraes | LANDTech" userId="58228943-5478-4ea9-a214-c65d7e363002" providerId="ADAL" clId="{560CC211-D029-D04A-A08A-5905FD0C9BE5}"/>
    <pc:docChg chg="undo custSel addSld modSld">
      <pc:chgData name="Paulo Moraes | LANDTech" userId="58228943-5478-4ea9-a214-c65d7e363002" providerId="ADAL" clId="{560CC211-D029-D04A-A08A-5905FD0C9BE5}" dt="2025-10-23T21:11:29.854" v="1126" actId="1035"/>
      <pc:docMkLst>
        <pc:docMk/>
      </pc:docMkLst>
      <pc:sldChg chg="modSp mod">
        <pc:chgData name="Paulo Moraes | LANDTech" userId="58228943-5478-4ea9-a214-c65d7e363002" providerId="ADAL" clId="{560CC211-D029-D04A-A08A-5905FD0C9BE5}" dt="2025-10-23T00:37:02.007" v="760" actId="1038"/>
        <pc:sldMkLst>
          <pc:docMk/>
          <pc:sldMk cId="0" sldId="256"/>
        </pc:sldMkLst>
        <pc:spChg chg="mod">
          <ac:chgData name="Paulo Moraes | LANDTech" userId="58228943-5478-4ea9-a214-c65d7e363002" providerId="ADAL" clId="{560CC211-D029-D04A-A08A-5905FD0C9BE5}" dt="2025-10-23T00:36:38.309" v="731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6:56.785" v="746" actId="1038"/>
          <ac:spMkLst>
            <pc:docMk/>
            <pc:sldMk cId="0" sldId="256"/>
            <ac:spMk id="4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6:56.785" v="746" actId="1038"/>
          <ac:spMkLst>
            <pc:docMk/>
            <pc:sldMk cId="0" sldId="256"/>
            <ac:spMk id="5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6:56.785" v="746" actId="1038"/>
          <ac:spMkLst>
            <pc:docMk/>
            <pc:sldMk cId="0" sldId="256"/>
            <ac:spMk id="6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7:02.007" v="760" actId="1038"/>
          <ac:spMkLst>
            <pc:docMk/>
            <pc:sldMk cId="0" sldId="256"/>
            <ac:spMk id="7" creationId="{00000000-0000-0000-0000-000000000000}"/>
          </ac:spMkLst>
        </pc:spChg>
        <pc:picChg chg="mod">
          <ac:chgData name="Paulo Moraes | LANDTech" userId="58228943-5478-4ea9-a214-c65d7e363002" providerId="ADAL" clId="{560CC211-D029-D04A-A08A-5905FD0C9BE5}" dt="2025-10-23T00:36:32.980" v="729" actId="14100"/>
          <ac:picMkLst>
            <pc:docMk/>
            <pc:sldMk cId="0" sldId="256"/>
            <ac:picMk id="2" creationId="{00000000-0000-0000-0000-000000000000}"/>
          </ac:picMkLst>
        </pc:picChg>
      </pc:sldChg>
      <pc:sldChg chg="modSp mod">
        <pc:chgData name="Paulo Moraes | LANDTech" userId="58228943-5478-4ea9-a214-c65d7e363002" providerId="ADAL" clId="{560CC211-D029-D04A-A08A-5905FD0C9BE5}" dt="2025-10-23T21:11:29.854" v="1126" actId="1035"/>
        <pc:sldMkLst>
          <pc:docMk/>
          <pc:sldMk cId="0" sldId="257"/>
        </pc:sldMkLst>
        <pc:spChg chg="mod">
          <ac:chgData name="Paulo Moraes | LANDTech" userId="58228943-5478-4ea9-a214-c65d7e363002" providerId="ADAL" clId="{560CC211-D029-D04A-A08A-5905FD0C9BE5}" dt="2025-10-23T00:36:24.433" v="727" actId="1035"/>
          <ac:spMkLst>
            <pc:docMk/>
            <pc:sldMk cId="0" sldId="257"/>
            <ac:spMk id="4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21:11:29.854" v="1126" actId="1035"/>
          <ac:spMkLst>
            <pc:docMk/>
            <pc:sldMk cId="0" sldId="257"/>
            <ac:spMk id="5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6:19.379" v="715" actId="1035"/>
          <ac:spMkLst>
            <pc:docMk/>
            <pc:sldMk cId="0" sldId="257"/>
            <ac:spMk id="6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6:19.379" v="715" actId="1035"/>
          <ac:spMkLst>
            <pc:docMk/>
            <pc:sldMk cId="0" sldId="257"/>
            <ac:spMk id="7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6:19.379" v="715" actId="1035"/>
          <ac:spMkLst>
            <pc:docMk/>
            <pc:sldMk cId="0" sldId="257"/>
            <ac:spMk id="8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6:19.379" v="715" actId="1035"/>
          <ac:spMkLst>
            <pc:docMk/>
            <pc:sldMk cId="0" sldId="257"/>
            <ac:spMk id="9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6:19.379" v="715" actId="103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6:19.379" v="715" actId="1035"/>
          <ac:spMkLst>
            <pc:docMk/>
            <pc:sldMk cId="0" sldId="257"/>
            <ac:spMk id="11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6:19.379" v="715" actId="103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6:19.379" v="715" actId="1035"/>
          <ac:spMkLst>
            <pc:docMk/>
            <pc:sldMk cId="0" sldId="257"/>
            <ac:spMk id="13" creationId="{00000000-0000-0000-0000-000000000000}"/>
          </ac:spMkLst>
        </pc:spChg>
        <pc:picChg chg="mod">
          <ac:chgData name="Paulo Moraes | LANDTech" userId="58228943-5478-4ea9-a214-c65d7e363002" providerId="ADAL" clId="{560CC211-D029-D04A-A08A-5905FD0C9BE5}" dt="2025-10-23T00:39:31.665" v="761" actId="14100"/>
          <ac:picMkLst>
            <pc:docMk/>
            <pc:sldMk cId="0" sldId="257"/>
            <ac:picMk id="2" creationId="{00000000-0000-0000-0000-000000000000}"/>
          </ac:picMkLst>
        </pc:picChg>
      </pc:sldChg>
      <pc:sldChg chg="modSp mod">
        <pc:chgData name="Paulo Moraes | LANDTech" userId="58228943-5478-4ea9-a214-c65d7e363002" providerId="ADAL" clId="{560CC211-D029-D04A-A08A-5905FD0C9BE5}" dt="2025-10-23T00:47:51.091" v="845" actId="1035"/>
        <pc:sldMkLst>
          <pc:docMk/>
          <pc:sldMk cId="0" sldId="258"/>
        </pc:sldMkLst>
        <pc:spChg chg="mod">
          <ac:chgData name="Paulo Moraes | LANDTech" userId="58228943-5478-4ea9-a214-c65d7e363002" providerId="ADAL" clId="{560CC211-D029-D04A-A08A-5905FD0C9BE5}" dt="2025-10-23T00:34:54.724" v="582" actId="1035"/>
          <ac:spMkLst>
            <pc:docMk/>
            <pc:sldMk cId="0" sldId="258"/>
            <ac:spMk id="4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43:42.174" v="793" actId="403"/>
          <ac:spMkLst>
            <pc:docMk/>
            <pc:sldMk cId="0" sldId="258"/>
            <ac:spMk id="5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43:42.174" v="793" actId="403"/>
          <ac:spMkLst>
            <pc:docMk/>
            <pc:sldMk cId="0" sldId="258"/>
            <ac:spMk id="6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43:42.174" v="793" actId="403"/>
          <ac:spMkLst>
            <pc:docMk/>
            <pc:sldMk cId="0" sldId="258"/>
            <ac:spMk id="7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5:58.925" v="689" actId="1036"/>
          <ac:spMkLst>
            <pc:docMk/>
            <pc:sldMk cId="0" sldId="258"/>
            <ac:spMk id="8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5:58.925" v="689" actId="103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44:01.017" v="806" actId="103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5:58.925" v="689" actId="103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5:58.925" v="689" actId="103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44:06.024" v="813" actId="1035"/>
          <ac:spMkLst>
            <pc:docMk/>
            <pc:sldMk cId="0" sldId="258"/>
            <ac:spMk id="15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5:45.906" v="656" actId="1035"/>
          <ac:spMkLst>
            <pc:docMk/>
            <pc:sldMk cId="0" sldId="258"/>
            <ac:spMk id="16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5:58.925" v="689" actId="103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44:10.989" v="822" actId="1035"/>
          <ac:spMkLst>
            <pc:docMk/>
            <pc:sldMk cId="0" sldId="258"/>
            <ac:spMk id="19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5:53.652" v="675" actId="1035"/>
          <ac:spMkLst>
            <pc:docMk/>
            <pc:sldMk cId="0" sldId="258"/>
            <ac:spMk id="20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5:53.652" v="675" actId="1035"/>
          <ac:spMkLst>
            <pc:docMk/>
            <pc:sldMk cId="0" sldId="258"/>
            <ac:spMk id="22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47:51.091" v="845" actId="1035"/>
          <ac:spMkLst>
            <pc:docMk/>
            <pc:sldMk cId="0" sldId="258"/>
            <ac:spMk id="23" creationId="{00000000-0000-0000-0000-000000000000}"/>
          </ac:spMkLst>
        </pc:spChg>
        <pc:picChg chg="mod">
          <ac:chgData name="Paulo Moraes | LANDTech" userId="58228943-5478-4ea9-a214-c65d7e363002" providerId="ADAL" clId="{560CC211-D029-D04A-A08A-5905FD0C9BE5}" dt="2025-10-23T00:34:49.696" v="572" actId="14100"/>
          <ac:picMkLst>
            <pc:docMk/>
            <pc:sldMk cId="0" sldId="258"/>
            <ac:picMk id="2" creationId="{00000000-0000-0000-0000-000000000000}"/>
          </ac:picMkLst>
        </pc:picChg>
        <pc:picChg chg="mod">
          <ac:chgData name="Paulo Moraes | LANDTech" userId="58228943-5478-4ea9-a214-c65d7e363002" providerId="ADAL" clId="{560CC211-D029-D04A-A08A-5905FD0C9BE5}" dt="2025-10-23T00:35:33.736" v="624" actId="1035"/>
          <ac:picMkLst>
            <pc:docMk/>
            <pc:sldMk cId="0" sldId="258"/>
            <ac:picMk id="9" creationId="{00000000-0000-0000-0000-000000000000}"/>
          </ac:picMkLst>
        </pc:picChg>
        <pc:picChg chg="mod">
          <ac:chgData name="Paulo Moraes | LANDTech" userId="58228943-5478-4ea9-a214-c65d7e363002" providerId="ADAL" clId="{560CC211-D029-D04A-A08A-5905FD0C9BE5}" dt="2025-10-23T00:35:38.953" v="638" actId="1035"/>
          <ac:picMkLst>
            <pc:docMk/>
            <pc:sldMk cId="0" sldId="258"/>
            <ac:picMk id="13" creationId="{00000000-0000-0000-0000-000000000000}"/>
          </ac:picMkLst>
        </pc:picChg>
        <pc:picChg chg="mod">
          <ac:chgData name="Paulo Moraes | LANDTech" userId="58228943-5478-4ea9-a214-c65d7e363002" providerId="ADAL" clId="{560CC211-D029-D04A-A08A-5905FD0C9BE5}" dt="2025-10-23T00:35:45.906" v="656" actId="1035"/>
          <ac:picMkLst>
            <pc:docMk/>
            <pc:sldMk cId="0" sldId="258"/>
            <ac:picMk id="17" creationId="{00000000-0000-0000-0000-000000000000}"/>
          </ac:picMkLst>
        </pc:picChg>
        <pc:picChg chg="mod">
          <ac:chgData name="Paulo Moraes | LANDTech" userId="58228943-5478-4ea9-a214-c65d7e363002" providerId="ADAL" clId="{560CC211-D029-D04A-A08A-5905FD0C9BE5}" dt="2025-10-23T00:35:53.652" v="675" actId="1035"/>
          <ac:picMkLst>
            <pc:docMk/>
            <pc:sldMk cId="0" sldId="258"/>
            <ac:picMk id="21" creationId="{00000000-0000-0000-0000-000000000000}"/>
          </ac:picMkLst>
        </pc:picChg>
      </pc:sldChg>
      <pc:sldChg chg="addSp delSp modSp mod">
        <pc:chgData name="Paulo Moraes | LANDTech" userId="58228943-5478-4ea9-a214-c65d7e363002" providerId="ADAL" clId="{560CC211-D029-D04A-A08A-5905FD0C9BE5}" dt="2025-10-23T01:03:23.948" v="1125" actId="21"/>
        <pc:sldMkLst>
          <pc:docMk/>
          <pc:sldMk cId="0" sldId="259"/>
        </pc:sldMkLst>
        <pc:spChg chg="mod">
          <ac:chgData name="Paulo Moraes | LANDTech" userId="58228943-5478-4ea9-a214-c65d7e363002" providerId="ADAL" clId="{560CC211-D029-D04A-A08A-5905FD0C9BE5}" dt="2025-10-23T00:40:37.809" v="788" actId="1038"/>
          <ac:spMkLst>
            <pc:docMk/>
            <pc:sldMk cId="0" sldId="259"/>
            <ac:spMk id="4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52:43.716" v="1016" actId="1035"/>
          <ac:spMkLst>
            <pc:docMk/>
            <pc:sldMk cId="0" sldId="259"/>
            <ac:spMk id="5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56:00.343" v="1123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55:59.242" v="1120" actId="1036"/>
          <ac:spMkLst>
            <pc:docMk/>
            <pc:sldMk cId="0" sldId="259"/>
            <ac:spMk id="7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55:59.242" v="1120" actId="1036"/>
          <ac:spMkLst>
            <pc:docMk/>
            <pc:sldMk cId="0" sldId="259"/>
            <ac:spMk id="9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55:59.242" v="1120" actId="103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55:59.242" v="1120" actId="103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55:59.242" v="1120" actId="103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55:59.242" v="1120" actId="103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55:59.242" v="1120" actId="103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55:59.242" v="1120" actId="103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55:59.242" v="1120" actId="103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55:59.242" v="1120" actId="103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1:03:23.948" v="1125" actId="21"/>
          <ac:spMkLst>
            <pc:docMk/>
            <pc:sldMk cId="0" sldId="259"/>
            <ac:spMk id="21" creationId="{00000000-0000-0000-0000-000000000000}"/>
          </ac:spMkLst>
        </pc:spChg>
        <pc:spChg chg="add del mod">
          <ac:chgData name="Paulo Moraes | LANDTech" userId="58228943-5478-4ea9-a214-c65d7e363002" providerId="ADAL" clId="{560CC211-D029-D04A-A08A-5905FD0C9BE5}" dt="2025-10-23T00:55:56.430" v="1111" actId="22"/>
          <ac:spMkLst>
            <pc:docMk/>
            <pc:sldMk cId="0" sldId="259"/>
            <ac:spMk id="23" creationId="{74C2D77E-059F-C44E-7352-88BB4AE20DBD}"/>
          </ac:spMkLst>
        </pc:spChg>
        <pc:picChg chg="add del mod">
          <ac:chgData name="Paulo Moraes | LANDTech" userId="58228943-5478-4ea9-a214-c65d7e363002" providerId="ADAL" clId="{560CC211-D029-D04A-A08A-5905FD0C9BE5}" dt="2025-10-23T00:55:59.957" v="1122" actId="1076"/>
          <ac:picMkLst>
            <pc:docMk/>
            <pc:sldMk cId="0" sldId="259"/>
            <ac:picMk id="2" creationId="{00000000-0000-0000-0000-000000000000}"/>
          </ac:picMkLst>
        </pc:picChg>
        <pc:picChg chg="mod">
          <ac:chgData name="Paulo Moraes | LANDTech" userId="58228943-5478-4ea9-a214-c65d7e363002" providerId="ADAL" clId="{560CC211-D029-D04A-A08A-5905FD0C9BE5}" dt="2025-10-23T00:55:57.257" v="1114" actId="1036"/>
          <ac:picMkLst>
            <pc:docMk/>
            <pc:sldMk cId="0" sldId="259"/>
            <ac:picMk id="8" creationId="{00000000-0000-0000-0000-000000000000}"/>
          </ac:picMkLst>
        </pc:picChg>
        <pc:picChg chg="mod">
          <ac:chgData name="Paulo Moraes | LANDTech" userId="58228943-5478-4ea9-a214-c65d7e363002" providerId="ADAL" clId="{560CC211-D029-D04A-A08A-5905FD0C9BE5}" dt="2025-10-23T00:55:57.257" v="1114" actId="1036"/>
          <ac:picMkLst>
            <pc:docMk/>
            <pc:sldMk cId="0" sldId="259"/>
            <ac:picMk id="13" creationId="{00000000-0000-0000-0000-000000000000}"/>
          </ac:picMkLst>
        </pc:picChg>
        <pc:picChg chg="mod">
          <ac:chgData name="Paulo Moraes | LANDTech" userId="58228943-5478-4ea9-a214-c65d7e363002" providerId="ADAL" clId="{560CC211-D029-D04A-A08A-5905FD0C9BE5}" dt="2025-10-23T00:55:57.257" v="1114" actId="1036"/>
          <ac:picMkLst>
            <pc:docMk/>
            <pc:sldMk cId="0" sldId="259"/>
            <ac:picMk id="18" creationId="{00000000-0000-0000-0000-000000000000}"/>
          </ac:picMkLst>
        </pc:picChg>
      </pc:sldChg>
      <pc:sldChg chg="modSp mod">
        <pc:chgData name="Paulo Moraes | LANDTech" userId="58228943-5478-4ea9-a214-c65d7e363002" providerId="ADAL" clId="{560CC211-D029-D04A-A08A-5905FD0C9BE5}" dt="2025-10-23T00:47:50.209" v="844"/>
        <pc:sldMkLst>
          <pc:docMk/>
          <pc:sldMk cId="0" sldId="260"/>
        </pc:sldMkLst>
        <pc:spChg chg="mod">
          <ac:chgData name="Paulo Moraes | LANDTech" userId="58228943-5478-4ea9-a214-c65d7e363002" providerId="ADAL" clId="{560CC211-D029-D04A-A08A-5905FD0C9BE5}" dt="2025-10-23T00:47:50.209" v="844"/>
          <ac:spMkLst>
            <pc:docMk/>
            <pc:sldMk cId="0" sldId="260"/>
            <ac:spMk id="4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4:15.946" v="537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3:54.277" v="534" actId="1035"/>
          <ac:spMkLst>
            <pc:docMk/>
            <pc:sldMk cId="0" sldId="260"/>
            <ac:spMk id="7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4:15.946" v="537" actId="14100"/>
          <ac:spMkLst>
            <pc:docMk/>
            <pc:sldMk cId="0" sldId="260"/>
            <ac:spMk id="12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3:54.277" v="534" actId="1035"/>
          <ac:spMkLst>
            <pc:docMk/>
            <pc:sldMk cId="0" sldId="260"/>
            <ac:spMk id="15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3:54.277" v="534" actId="1035"/>
          <ac:spMkLst>
            <pc:docMk/>
            <pc:sldMk cId="0" sldId="260"/>
            <ac:spMk id="16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4:21.327" v="553" actId="1035"/>
          <ac:spMkLst>
            <pc:docMk/>
            <pc:sldMk cId="0" sldId="260"/>
            <ac:spMk id="19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4:21.327" v="553" actId="1035"/>
          <ac:spMkLst>
            <pc:docMk/>
            <pc:sldMk cId="0" sldId="260"/>
            <ac:spMk id="20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4:21.327" v="553" actId="1035"/>
          <ac:spMkLst>
            <pc:docMk/>
            <pc:sldMk cId="0" sldId="260"/>
            <ac:spMk id="22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4:21.327" v="553" actId="1035"/>
          <ac:spMkLst>
            <pc:docMk/>
            <pc:sldMk cId="0" sldId="260"/>
            <ac:spMk id="23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4:21.327" v="553" actId="1035"/>
          <ac:spMkLst>
            <pc:docMk/>
            <pc:sldMk cId="0" sldId="260"/>
            <ac:spMk id="24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4:21.327" v="553" actId="1035"/>
          <ac:spMkLst>
            <pc:docMk/>
            <pc:sldMk cId="0" sldId="260"/>
            <ac:spMk id="25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4:15.946" v="537" actId="14100"/>
          <ac:spMkLst>
            <pc:docMk/>
            <pc:sldMk cId="0" sldId="260"/>
            <ac:spMk id="26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4:21.327" v="553" actId="1035"/>
          <ac:spMkLst>
            <pc:docMk/>
            <pc:sldMk cId="0" sldId="260"/>
            <ac:spMk id="27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4:21.327" v="553" actId="1035"/>
          <ac:spMkLst>
            <pc:docMk/>
            <pc:sldMk cId="0" sldId="260"/>
            <ac:spMk id="31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4:27.746" v="570" actId="1035"/>
          <ac:spMkLst>
            <pc:docMk/>
            <pc:sldMk cId="0" sldId="260"/>
            <ac:spMk id="33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4:27.746" v="570" actId="1035"/>
          <ac:spMkLst>
            <pc:docMk/>
            <pc:sldMk cId="0" sldId="260"/>
            <ac:spMk id="34" creationId="{00000000-0000-0000-0000-000000000000}"/>
          </ac:spMkLst>
        </pc:spChg>
        <pc:picChg chg="mod">
          <ac:chgData name="Paulo Moraes | LANDTech" userId="58228943-5478-4ea9-a214-c65d7e363002" providerId="ADAL" clId="{560CC211-D029-D04A-A08A-5905FD0C9BE5}" dt="2025-10-23T00:34:00.413" v="535" actId="14100"/>
          <ac:picMkLst>
            <pc:docMk/>
            <pc:sldMk cId="0" sldId="260"/>
            <ac:picMk id="2" creationId="{00000000-0000-0000-0000-000000000000}"/>
          </ac:picMkLst>
        </pc:picChg>
      </pc:sldChg>
      <pc:sldChg chg="modSp mod">
        <pc:chgData name="Paulo Moraes | LANDTech" userId="58228943-5478-4ea9-a214-c65d7e363002" providerId="ADAL" clId="{560CC211-D029-D04A-A08A-5905FD0C9BE5}" dt="2025-10-23T00:33:44.240" v="520" actId="1035"/>
        <pc:sldMkLst>
          <pc:docMk/>
          <pc:sldMk cId="0" sldId="261"/>
        </pc:sldMkLst>
        <pc:spChg chg="mod">
          <ac:chgData name="Paulo Moraes | LANDTech" userId="58228943-5478-4ea9-a214-c65d7e363002" providerId="ADAL" clId="{560CC211-D029-D04A-A08A-5905FD0C9BE5}" dt="2025-10-23T00:33:44.240" v="520" actId="1035"/>
          <ac:spMkLst>
            <pc:docMk/>
            <pc:sldMk cId="0" sldId="261"/>
            <ac:spMk id="18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3:44.240" v="520" actId="1035"/>
          <ac:spMkLst>
            <pc:docMk/>
            <pc:sldMk cId="0" sldId="261"/>
            <ac:spMk id="19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3:44.240" v="520" actId="1035"/>
          <ac:spMkLst>
            <pc:docMk/>
            <pc:sldMk cId="0" sldId="261"/>
            <ac:spMk id="21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3:44.240" v="520" actId="1035"/>
          <ac:spMkLst>
            <pc:docMk/>
            <pc:sldMk cId="0" sldId="261"/>
            <ac:spMk id="22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3:44.240" v="520" actId="1035"/>
          <ac:spMkLst>
            <pc:docMk/>
            <pc:sldMk cId="0" sldId="261"/>
            <ac:spMk id="23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3:44.240" v="520" actId="1035"/>
          <ac:spMkLst>
            <pc:docMk/>
            <pc:sldMk cId="0" sldId="261"/>
            <ac:spMk id="24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3:44.240" v="520" actId="1035"/>
          <ac:spMkLst>
            <pc:docMk/>
            <pc:sldMk cId="0" sldId="261"/>
            <ac:spMk id="25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3:44.240" v="520" actId="1035"/>
          <ac:spMkLst>
            <pc:docMk/>
            <pc:sldMk cId="0" sldId="261"/>
            <ac:spMk id="27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3:44.240" v="520" actId="1035"/>
          <ac:spMkLst>
            <pc:docMk/>
            <pc:sldMk cId="0" sldId="261"/>
            <ac:spMk id="32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3:44.240" v="520" actId="1035"/>
          <ac:spMkLst>
            <pc:docMk/>
            <pc:sldMk cId="0" sldId="261"/>
            <ac:spMk id="33" creationId="{00000000-0000-0000-0000-000000000000}"/>
          </ac:spMkLst>
        </pc:spChg>
        <pc:picChg chg="mod">
          <ac:chgData name="Paulo Moraes | LANDTech" userId="58228943-5478-4ea9-a214-c65d7e363002" providerId="ADAL" clId="{560CC211-D029-D04A-A08A-5905FD0C9BE5}" dt="2025-10-23T00:33:34.110" v="502" actId="14100"/>
          <ac:picMkLst>
            <pc:docMk/>
            <pc:sldMk cId="0" sldId="261"/>
            <ac:picMk id="2" creationId="{00000000-0000-0000-0000-000000000000}"/>
          </ac:picMkLst>
        </pc:picChg>
      </pc:sldChg>
      <pc:sldChg chg="modSp mod">
        <pc:chgData name="Paulo Moraes | LANDTech" userId="58228943-5478-4ea9-a214-c65d7e363002" providerId="ADAL" clId="{560CC211-D029-D04A-A08A-5905FD0C9BE5}" dt="2025-10-23T00:33:24.172" v="501" actId="14100"/>
        <pc:sldMkLst>
          <pc:docMk/>
          <pc:sldMk cId="0" sldId="262"/>
        </pc:sldMkLst>
        <pc:spChg chg="mod">
          <ac:chgData name="Paulo Moraes | LANDTech" userId="58228943-5478-4ea9-a214-c65d7e363002" providerId="ADAL" clId="{560CC211-D029-D04A-A08A-5905FD0C9BE5}" dt="2025-10-23T00:32:57.467" v="451" actId="1035"/>
          <ac:spMkLst>
            <pc:docMk/>
            <pc:sldMk cId="0" sldId="262"/>
            <ac:spMk id="5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2:57.467" v="451" actId="1035"/>
          <ac:spMkLst>
            <pc:docMk/>
            <pc:sldMk cId="0" sldId="262"/>
            <ac:spMk id="6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2:57.467" v="451" actId="1035"/>
          <ac:spMkLst>
            <pc:docMk/>
            <pc:sldMk cId="0" sldId="262"/>
            <ac:spMk id="7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2:43.678" v="427" actId="14100"/>
          <ac:spMkLst>
            <pc:docMk/>
            <pc:sldMk cId="0" sldId="262"/>
            <ac:spMk id="8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3:05.319" v="471" actId="1035"/>
          <ac:spMkLst>
            <pc:docMk/>
            <pc:sldMk cId="0" sldId="262"/>
            <ac:spMk id="10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3:05.319" v="471" actId="1035"/>
          <ac:spMkLst>
            <pc:docMk/>
            <pc:sldMk cId="0" sldId="262"/>
            <ac:spMk id="11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3:05.319" v="471" actId="1035"/>
          <ac:spMkLst>
            <pc:docMk/>
            <pc:sldMk cId="0" sldId="262"/>
            <ac:spMk id="12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3:05.319" v="471" actId="1035"/>
          <ac:spMkLst>
            <pc:docMk/>
            <pc:sldMk cId="0" sldId="262"/>
            <ac:spMk id="14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3:05.319" v="471" actId="1035"/>
          <ac:spMkLst>
            <pc:docMk/>
            <pc:sldMk cId="0" sldId="262"/>
            <ac:spMk id="15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2:51.604" v="435" actId="1035"/>
          <ac:spMkLst>
            <pc:docMk/>
            <pc:sldMk cId="0" sldId="262"/>
            <ac:spMk id="18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3:05.319" v="471" actId="1035"/>
          <ac:spMkLst>
            <pc:docMk/>
            <pc:sldMk cId="0" sldId="262"/>
            <ac:spMk id="19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3:05.319" v="471" actId="1035"/>
          <ac:spMkLst>
            <pc:docMk/>
            <pc:sldMk cId="0" sldId="262"/>
            <ac:spMk id="20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3:05.319" v="471" actId="1035"/>
          <ac:spMkLst>
            <pc:docMk/>
            <pc:sldMk cId="0" sldId="262"/>
            <ac:spMk id="22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3:05.319" v="471" actId="1035"/>
          <ac:spMkLst>
            <pc:docMk/>
            <pc:sldMk cId="0" sldId="262"/>
            <ac:spMk id="23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3:24.172" v="501" actId="14100"/>
          <ac:spMkLst>
            <pc:docMk/>
            <pc:sldMk cId="0" sldId="262"/>
            <ac:spMk id="24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2:34.022" v="425" actId="1035"/>
          <ac:spMkLst>
            <pc:docMk/>
            <pc:sldMk cId="0" sldId="262"/>
            <ac:spMk id="26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3:18.819" v="500" actId="1035"/>
          <ac:spMkLst>
            <pc:docMk/>
            <pc:sldMk cId="0" sldId="262"/>
            <ac:spMk id="27" creationId="{00000000-0000-0000-0000-000000000000}"/>
          </ac:spMkLst>
        </pc:spChg>
        <pc:picChg chg="mod">
          <ac:chgData name="Paulo Moraes | LANDTech" userId="58228943-5478-4ea9-a214-c65d7e363002" providerId="ADAL" clId="{560CC211-D029-D04A-A08A-5905FD0C9BE5}" dt="2025-10-23T00:32:21.637" v="399" actId="14100"/>
          <ac:picMkLst>
            <pc:docMk/>
            <pc:sldMk cId="0" sldId="262"/>
            <ac:picMk id="2" creationId="{00000000-0000-0000-0000-000000000000}"/>
          </ac:picMkLst>
        </pc:picChg>
        <pc:picChg chg="mod">
          <ac:chgData name="Paulo Moraes | LANDTech" userId="58228943-5478-4ea9-a214-c65d7e363002" providerId="ADAL" clId="{560CC211-D029-D04A-A08A-5905FD0C9BE5}" dt="2025-10-23T00:33:14.871" v="492" actId="1036"/>
          <ac:picMkLst>
            <pc:docMk/>
            <pc:sldMk cId="0" sldId="262"/>
            <ac:picMk id="9" creationId="{00000000-0000-0000-0000-000000000000}"/>
          </ac:picMkLst>
        </pc:picChg>
        <pc:picChg chg="mod">
          <ac:chgData name="Paulo Moraes | LANDTech" userId="58228943-5478-4ea9-a214-c65d7e363002" providerId="ADAL" clId="{560CC211-D029-D04A-A08A-5905FD0C9BE5}" dt="2025-10-23T00:32:34.022" v="425" actId="1035"/>
          <ac:picMkLst>
            <pc:docMk/>
            <pc:sldMk cId="0" sldId="262"/>
            <ac:picMk id="25" creationId="{00000000-0000-0000-0000-000000000000}"/>
          </ac:picMkLst>
        </pc:picChg>
      </pc:sldChg>
      <pc:sldChg chg="modSp mod">
        <pc:chgData name="Paulo Moraes | LANDTech" userId="58228943-5478-4ea9-a214-c65d7e363002" providerId="ADAL" clId="{560CC211-D029-D04A-A08A-5905FD0C9BE5}" dt="2025-10-23T00:39:47.998" v="766" actId="1035"/>
        <pc:sldMkLst>
          <pc:docMk/>
          <pc:sldMk cId="0" sldId="263"/>
        </pc:sldMkLst>
        <pc:spChg chg="mod">
          <ac:chgData name="Paulo Moraes | LANDTech" userId="58228943-5478-4ea9-a214-c65d7e363002" providerId="ADAL" clId="{560CC211-D029-D04A-A08A-5905FD0C9BE5}" dt="2025-10-23T00:31:49.776" v="363" actId="1035"/>
          <ac:spMkLst>
            <pc:docMk/>
            <pc:sldMk cId="0" sldId="263"/>
            <ac:spMk id="4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1:41.811" v="351" actId="1035"/>
          <ac:spMkLst>
            <pc:docMk/>
            <pc:sldMk cId="0" sldId="263"/>
            <ac:spMk id="5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1:41.811" v="351" actId="1035"/>
          <ac:spMkLst>
            <pc:docMk/>
            <pc:sldMk cId="0" sldId="263"/>
            <ac:spMk id="8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1:41.811" v="351" actId="1035"/>
          <ac:spMkLst>
            <pc:docMk/>
            <pc:sldMk cId="0" sldId="263"/>
            <ac:spMk id="9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1:41.811" v="351" actId="1035"/>
          <ac:spMkLst>
            <pc:docMk/>
            <pc:sldMk cId="0" sldId="263"/>
            <ac:spMk id="12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1:41.811" v="351" actId="1035"/>
          <ac:spMkLst>
            <pc:docMk/>
            <pc:sldMk cId="0" sldId="263"/>
            <ac:spMk id="13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1:41.811" v="351" actId="1035"/>
          <ac:spMkLst>
            <pc:docMk/>
            <pc:sldMk cId="0" sldId="263"/>
            <ac:spMk id="15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1:41.811" v="351" actId="1035"/>
          <ac:spMkLst>
            <pc:docMk/>
            <pc:sldMk cId="0" sldId="263"/>
            <ac:spMk id="17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1:41.811" v="351" actId="1035"/>
          <ac:spMkLst>
            <pc:docMk/>
            <pc:sldMk cId="0" sldId="263"/>
            <ac:spMk id="20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9:47.998" v="766" actId="1035"/>
          <ac:spMkLst>
            <pc:docMk/>
            <pc:sldMk cId="0" sldId="263"/>
            <ac:spMk id="22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9:47.998" v="766" actId="1035"/>
          <ac:spMkLst>
            <pc:docMk/>
            <pc:sldMk cId="0" sldId="263"/>
            <ac:spMk id="23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9:47.998" v="766" actId="1035"/>
          <ac:spMkLst>
            <pc:docMk/>
            <pc:sldMk cId="0" sldId="263"/>
            <ac:spMk id="24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9:47.998" v="766" actId="1035"/>
          <ac:spMkLst>
            <pc:docMk/>
            <pc:sldMk cId="0" sldId="263"/>
            <ac:spMk id="25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2:00.351" v="391" actId="1035"/>
          <ac:spMkLst>
            <pc:docMk/>
            <pc:sldMk cId="0" sldId="263"/>
            <ac:spMk id="30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2:00.351" v="391" actId="1035"/>
          <ac:spMkLst>
            <pc:docMk/>
            <pc:sldMk cId="0" sldId="263"/>
            <ac:spMk id="43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2:00.351" v="391" actId="1035"/>
          <ac:spMkLst>
            <pc:docMk/>
            <pc:sldMk cId="0" sldId="263"/>
            <ac:spMk id="49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2:00.351" v="391" actId="1035"/>
          <ac:spMkLst>
            <pc:docMk/>
            <pc:sldMk cId="0" sldId="263"/>
            <ac:spMk id="52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2:00.351" v="391" actId="1035"/>
          <ac:spMkLst>
            <pc:docMk/>
            <pc:sldMk cId="0" sldId="263"/>
            <ac:spMk id="53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2:00.351" v="391" actId="1035"/>
          <ac:spMkLst>
            <pc:docMk/>
            <pc:sldMk cId="0" sldId="263"/>
            <ac:spMk id="55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2:00.351" v="391" actId="1035"/>
          <ac:spMkLst>
            <pc:docMk/>
            <pc:sldMk cId="0" sldId="263"/>
            <ac:spMk id="75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2:00.351" v="391" actId="1035"/>
          <ac:spMkLst>
            <pc:docMk/>
            <pc:sldMk cId="0" sldId="263"/>
            <ac:spMk id="78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2:00.351" v="391" actId="1035"/>
          <ac:spMkLst>
            <pc:docMk/>
            <pc:sldMk cId="0" sldId="263"/>
            <ac:spMk id="79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2:00.351" v="391" actId="1035"/>
          <ac:spMkLst>
            <pc:docMk/>
            <pc:sldMk cId="0" sldId="263"/>
            <ac:spMk id="81" creationId="{00000000-0000-0000-0000-000000000000}"/>
          </ac:spMkLst>
        </pc:spChg>
        <pc:picChg chg="mod">
          <ac:chgData name="Paulo Moraes | LANDTech" userId="58228943-5478-4ea9-a214-c65d7e363002" providerId="ADAL" clId="{560CC211-D029-D04A-A08A-5905FD0C9BE5}" dt="2025-10-23T00:31:35.561" v="333" actId="14100"/>
          <ac:picMkLst>
            <pc:docMk/>
            <pc:sldMk cId="0" sldId="263"/>
            <ac:picMk id="2" creationId="{00000000-0000-0000-0000-000000000000}"/>
          </ac:picMkLst>
        </pc:picChg>
      </pc:sldChg>
      <pc:sldChg chg="addSp delSp modSp mod">
        <pc:chgData name="Paulo Moraes | LANDTech" userId="58228943-5478-4ea9-a214-c65d7e363002" providerId="ADAL" clId="{560CC211-D029-D04A-A08A-5905FD0C9BE5}" dt="2025-10-23T00:31:15.527" v="331" actId="14100"/>
        <pc:sldMkLst>
          <pc:docMk/>
          <pc:sldMk cId="0" sldId="264"/>
        </pc:sldMkLst>
        <pc:spChg chg="mod">
          <ac:chgData name="Paulo Moraes | LANDTech" userId="58228943-5478-4ea9-a214-c65d7e363002" providerId="ADAL" clId="{560CC211-D029-D04A-A08A-5905FD0C9BE5}" dt="2025-10-23T00:30:36.576" v="271" actId="1035"/>
          <ac:spMkLst>
            <pc:docMk/>
            <pc:sldMk cId="0" sldId="264"/>
            <ac:spMk id="8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0:36.576" v="271" actId="1035"/>
          <ac:spMkLst>
            <pc:docMk/>
            <pc:sldMk cId="0" sldId="264"/>
            <ac:spMk id="9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0:36.576" v="271" actId="1035"/>
          <ac:spMkLst>
            <pc:docMk/>
            <pc:sldMk cId="0" sldId="264"/>
            <ac:spMk id="10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0:45.367" v="289" actId="1036"/>
          <ac:spMkLst>
            <pc:docMk/>
            <pc:sldMk cId="0" sldId="264"/>
            <ac:spMk id="16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0:45.367" v="289" actId="103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0:45.367" v="289" actId="103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0:56.040" v="311" actId="1035"/>
          <ac:spMkLst>
            <pc:docMk/>
            <pc:sldMk cId="0" sldId="264"/>
            <ac:spMk id="25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0:56.040" v="311" actId="1035"/>
          <ac:spMkLst>
            <pc:docMk/>
            <pc:sldMk cId="0" sldId="264"/>
            <ac:spMk id="26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0:56.040" v="311" actId="1035"/>
          <ac:spMkLst>
            <pc:docMk/>
            <pc:sldMk cId="0" sldId="264"/>
            <ac:spMk id="27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0:45.367" v="289" actId="1036"/>
          <ac:spMkLst>
            <pc:docMk/>
            <pc:sldMk cId="0" sldId="264"/>
            <ac:spMk id="28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0:56.040" v="311" actId="1035"/>
          <ac:spMkLst>
            <pc:docMk/>
            <pc:sldMk cId="0" sldId="264"/>
            <ac:spMk id="29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1:03.856" v="319" actId="1035"/>
          <ac:spMkLst>
            <pc:docMk/>
            <pc:sldMk cId="0" sldId="264"/>
            <ac:spMk id="30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1:03.856" v="319" actId="1035"/>
          <ac:spMkLst>
            <pc:docMk/>
            <pc:sldMk cId="0" sldId="264"/>
            <ac:spMk id="32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1:03.856" v="319" actId="1035"/>
          <ac:spMkLst>
            <pc:docMk/>
            <pc:sldMk cId="0" sldId="264"/>
            <ac:spMk id="33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1:03.856" v="319" actId="1035"/>
          <ac:spMkLst>
            <pc:docMk/>
            <pc:sldMk cId="0" sldId="264"/>
            <ac:spMk id="34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1:03.856" v="319" actId="1035"/>
          <ac:spMkLst>
            <pc:docMk/>
            <pc:sldMk cId="0" sldId="264"/>
            <ac:spMk id="35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1:03.856" v="319" actId="1035"/>
          <ac:spMkLst>
            <pc:docMk/>
            <pc:sldMk cId="0" sldId="264"/>
            <ac:spMk id="36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1:08.640" v="330" actId="1035"/>
          <ac:spMkLst>
            <pc:docMk/>
            <pc:sldMk cId="0" sldId="264"/>
            <ac:spMk id="38" creationId="{00000000-0000-0000-0000-000000000000}"/>
          </ac:spMkLst>
        </pc:spChg>
        <pc:spChg chg="add del mod">
          <ac:chgData name="Paulo Moraes | LANDTech" userId="58228943-5478-4ea9-a214-c65d7e363002" providerId="ADAL" clId="{560CC211-D029-D04A-A08A-5905FD0C9BE5}" dt="2025-10-23T00:31:05.387" v="321"/>
          <ac:spMkLst>
            <pc:docMk/>
            <pc:sldMk cId="0" sldId="264"/>
            <ac:spMk id="39" creationId="{CCE322D2-753F-CB9E-E273-291AEA2DC9E6}"/>
          </ac:spMkLst>
        </pc:spChg>
        <pc:picChg chg="mod">
          <ac:chgData name="Paulo Moraes | LANDTech" userId="58228943-5478-4ea9-a214-c65d7e363002" providerId="ADAL" clId="{560CC211-D029-D04A-A08A-5905FD0C9BE5}" dt="2025-10-23T00:31:15.527" v="331" actId="14100"/>
          <ac:picMkLst>
            <pc:docMk/>
            <pc:sldMk cId="0" sldId="264"/>
            <ac:picMk id="2" creationId="{00000000-0000-0000-0000-000000000000}"/>
          </ac:picMkLst>
        </pc:picChg>
        <pc:picChg chg="mod">
          <ac:chgData name="Paulo Moraes | LANDTech" userId="58228943-5478-4ea9-a214-c65d7e363002" providerId="ADAL" clId="{560CC211-D029-D04A-A08A-5905FD0C9BE5}" dt="2025-10-23T00:31:03.856" v="319" actId="1035"/>
          <ac:picMkLst>
            <pc:docMk/>
            <pc:sldMk cId="0" sldId="264"/>
            <ac:picMk id="31" creationId="{00000000-0000-0000-0000-000000000000}"/>
          </ac:picMkLst>
        </pc:picChg>
        <pc:picChg chg="mod">
          <ac:chgData name="Paulo Moraes | LANDTech" userId="58228943-5478-4ea9-a214-c65d7e363002" providerId="ADAL" clId="{560CC211-D029-D04A-A08A-5905FD0C9BE5}" dt="2025-10-23T00:31:08.640" v="330" actId="1035"/>
          <ac:picMkLst>
            <pc:docMk/>
            <pc:sldMk cId="0" sldId="264"/>
            <ac:picMk id="37" creationId="{00000000-0000-0000-0000-000000000000}"/>
          </ac:picMkLst>
        </pc:picChg>
      </pc:sldChg>
      <pc:sldChg chg="modSp mod">
        <pc:chgData name="Paulo Moraes | LANDTech" userId="58228943-5478-4ea9-a214-c65d7e363002" providerId="ADAL" clId="{560CC211-D029-D04A-A08A-5905FD0C9BE5}" dt="2025-10-23T00:31:22.278" v="332" actId="14100"/>
        <pc:sldMkLst>
          <pc:docMk/>
          <pc:sldMk cId="0" sldId="265"/>
        </pc:sldMkLst>
        <pc:spChg chg="mod">
          <ac:chgData name="Paulo Moraes | LANDTech" userId="58228943-5478-4ea9-a214-c65d7e363002" providerId="ADAL" clId="{560CC211-D029-D04A-A08A-5905FD0C9BE5}" dt="2025-10-23T00:28:10.716" v="25" actId="1035"/>
          <ac:spMkLst>
            <pc:docMk/>
            <pc:sldMk cId="0" sldId="265"/>
            <ac:spMk id="4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28:28.701" v="64" actId="1035"/>
          <ac:spMkLst>
            <pc:docMk/>
            <pc:sldMk cId="0" sldId="265"/>
            <ac:spMk id="8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29:33.061" v="210" actId="1035"/>
          <ac:spMkLst>
            <pc:docMk/>
            <pc:sldMk cId="0" sldId="265"/>
            <ac:spMk id="9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29:33.061" v="210" actId="1035"/>
          <ac:spMkLst>
            <pc:docMk/>
            <pc:sldMk cId="0" sldId="265"/>
            <ac:spMk id="11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29:33.061" v="210" actId="1035"/>
          <ac:spMkLst>
            <pc:docMk/>
            <pc:sldMk cId="0" sldId="265"/>
            <ac:spMk id="12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29:33.061" v="210" actId="1035"/>
          <ac:spMkLst>
            <pc:docMk/>
            <pc:sldMk cId="0" sldId="265"/>
            <ac:spMk id="13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29:33.061" v="210" actId="1035"/>
          <ac:spMkLst>
            <pc:docMk/>
            <pc:sldMk cId="0" sldId="265"/>
            <ac:spMk id="14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29:33.061" v="210" actId="1035"/>
          <ac:spMkLst>
            <pc:docMk/>
            <pc:sldMk cId="0" sldId="265"/>
            <ac:spMk id="15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29:33.061" v="210" actId="1035"/>
          <ac:spMkLst>
            <pc:docMk/>
            <pc:sldMk cId="0" sldId="265"/>
            <ac:spMk id="16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28:18.688" v="46" actId="1035"/>
          <ac:spMkLst>
            <pc:docMk/>
            <pc:sldMk cId="0" sldId="265"/>
            <ac:spMk id="18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28:18.688" v="46" actId="1035"/>
          <ac:spMkLst>
            <pc:docMk/>
            <pc:sldMk cId="0" sldId="265"/>
            <ac:spMk id="21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28:38.179" v="95" actId="1035"/>
          <ac:spMkLst>
            <pc:docMk/>
            <pc:sldMk cId="0" sldId="265"/>
            <ac:spMk id="24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29:27.637" v="198" actId="1036"/>
          <ac:spMkLst>
            <pc:docMk/>
            <pc:sldMk cId="0" sldId="265"/>
            <ac:spMk id="25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28:38.179" v="95" actId="1035"/>
          <ac:spMkLst>
            <pc:docMk/>
            <pc:sldMk cId="0" sldId="265"/>
            <ac:spMk id="27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28:38.179" v="95" actId="1035"/>
          <ac:spMkLst>
            <pc:docMk/>
            <pc:sldMk cId="0" sldId="265"/>
            <ac:spMk id="28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28:38.179" v="95" actId="1035"/>
          <ac:spMkLst>
            <pc:docMk/>
            <pc:sldMk cId="0" sldId="265"/>
            <ac:spMk id="29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29:05.981" v="172" actId="1035"/>
          <ac:spMkLst>
            <pc:docMk/>
            <pc:sldMk cId="0" sldId="265"/>
            <ac:spMk id="30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29:27.637" v="198" actId="1036"/>
          <ac:spMkLst>
            <pc:docMk/>
            <pc:sldMk cId="0" sldId="265"/>
            <ac:spMk id="31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29:15.078" v="192" actId="1035"/>
          <ac:spMkLst>
            <pc:docMk/>
            <pc:sldMk cId="0" sldId="265"/>
            <ac:spMk id="33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29:15.078" v="192" actId="1035"/>
          <ac:spMkLst>
            <pc:docMk/>
            <pc:sldMk cId="0" sldId="265"/>
            <ac:spMk id="34" creationId="{00000000-0000-0000-0000-000000000000}"/>
          </ac:spMkLst>
        </pc:spChg>
        <pc:picChg chg="mod">
          <ac:chgData name="Paulo Moraes | LANDTech" userId="58228943-5478-4ea9-a214-c65d7e363002" providerId="ADAL" clId="{560CC211-D029-D04A-A08A-5905FD0C9BE5}" dt="2025-10-23T00:31:22.278" v="332" actId="14100"/>
          <ac:picMkLst>
            <pc:docMk/>
            <pc:sldMk cId="0" sldId="265"/>
            <ac:picMk id="2" creationId="{00000000-0000-0000-0000-000000000000}"/>
          </ac:picMkLst>
        </pc:picChg>
        <pc:picChg chg="mod">
          <ac:chgData name="Paulo Moraes | LANDTech" userId="58228943-5478-4ea9-a214-c65d7e363002" providerId="ADAL" clId="{560CC211-D029-D04A-A08A-5905FD0C9BE5}" dt="2025-10-23T00:29:33.061" v="210" actId="1035"/>
          <ac:picMkLst>
            <pc:docMk/>
            <pc:sldMk cId="0" sldId="265"/>
            <ac:picMk id="10" creationId="{00000000-0000-0000-0000-000000000000}"/>
          </ac:picMkLst>
        </pc:picChg>
        <pc:picChg chg="mod">
          <ac:chgData name="Paulo Moraes | LANDTech" userId="58228943-5478-4ea9-a214-c65d7e363002" providerId="ADAL" clId="{560CC211-D029-D04A-A08A-5905FD0C9BE5}" dt="2025-10-23T00:28:38.179" v="95" actId="1035"/>
          <ac:picMkLst>
            <pc:docMk/>
            <pc:sldMk cId="0" sldId="265"/>
            <ac:picMk id="26" creationId="{00000000-0000-0000-0000-000000000000}"/>
          </ac:picMkLst>
        </pc:picChg>
        <pc:picChg chg="mod">
          <ac:chgData name="Paulo Moraes | LANDTech" userId="58228943-5478-4ea9-a214-c65d7e363002" providerId="ADAL" clId="{560CC211-D029-D04A-A08A-5905FD0C9BE5}" dt="2025-10-23T00:29:15.078" v="192" actId="1035"/>
          <ac:picMkLst>
            <pc:docMk/>
            <pc:sldMk cId="0" sldId="265"/>
            <ac:picMk id="32" creationId="{00000000-0000-0000-0000-000000000000}"/>
          </ac:picMkLst>
        </pc:picChg>
      </pc:sldChg>
      <pc:sldChg chg="modSp mod">
        <pc:chgData name="Paulo Moraes | LANDTech" userId="58228943-5478-4ea9-a214-c65d7e363002" providerId="ADAL" clId="{560CC211-D029-D04A-A08A-5905FD0C9BE5}" dt="2025-10-23T00:30:18.147" v="250" actId="1036"/>
        <pc:sldMkLst>
          <pc:docMk/>
          <pc:sldMk cId="0" sldId="266"/>
        </pc:sldMkLst>
        <pc:spChg chg="mod">
          <ac:chgData name="Paulo Moraes | LANDTech" userId="58228943-5478-4ea9-a214-c65d7e363002" providerId="ADAL" clId="{560CC211-D029-D04A-A08A-5905FD0C9BE5}" dt="2025-10-23T00:30:06.617" v="223" actId="1035"/>
          <ac:spMkLst>
            <pc:docMk/>
            <pc:sldMk cId="0" sldId="266"/>
            <ac:spMk id="5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0:18.147" v="250" actId="1036"/>
          <ac:spMkLst>
            <pc:docMk/>
            <pc:sldMk cId="0" sldId="266"/>
            <ac:spMk id="7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0:18.147" v="250" actId="1036"/>
          <ac:spMkLst>
            <pc:docMk/>
            <pc:sldMk cId="0" sldId="266"/>
            <ac:spMk id="8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0:18.147" v="250" actId="1036"/>
          <ac:spMkLst>
            <pc:docMk/>
            <pc:sldMk cId="0" sldId="266"/>
            <ac:spMk id="9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0:18.147" v="250" actId="103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0:06.617" v="223" actId="1035"/>
          <ac:spMkLst>
            <pc:docMk/>
            <pc:sldMk cId="0" sldId="266"/>
            <ac:spMk id="12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0:06.617" v="223" actId="1035"/>
          <ac:spMkLst>
            <pc:docMk/>
            <pc:sldMk cId="0" sldId="266"/>
            <ac:spMk id="13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0:06.617" v="223" actId="1035"/>
          <ac:spMkLst>
            <pc:docMk/>
            <pc:sldMk cId="0" sldId="266"/>
            <ac:spMk id="15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0:18.147" v="250" actId="1036"/>
          <ac:spMkLst>
            <pc:docMk/>
            <pc:sldMk cId="0" sldId="266"/>
            <ac:spMk id="16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0:18.147" v="250" actId="103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0:18.147" v="250" actId="103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0:18.147" v="250" actId="1036"/>
          <ac:spMkLst>
            <pc:docMk/>
            <pc:sldMk cId="0" sldId="266"/>
            <ac:spMk id="20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0:12.929" v="244" actId="1035"/>
          <ac:spMkLst>
            <pc:docMk/>
            <pc:sldMk cId="0" sldId="266"/>
            <ac:spMk id="21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0:18.147" v="250" actId="1036"/>
          <ac:spMkLst>
            <pc:docMk/>
            <pc:sldMk cId="0" sldId="266"/>
            <ac:spMk id="23" creationId="{00000000-0000-0000-0000-000000000000}"/>
          </ac:spMkLst>
        </pc:spChg>
        <pc:spChg chg="mod">
          <ac:chgData name="Paulo Moraes | LANDTech" userId="58228943-5478-4ea9-a214-c65d7e363002" providerId="ADAL" clId="{560CC211-D029-D04A-A08A-5905FD0C9BE5}" dt="2025-10-23T00:30:18.147" v="250" actId="1036"/>
          <ac:spMkLst>
            <pc:docMk/>
            <pc:sldMk cId="0" sldId="266"/>
            <ac:spMk id="24" creationId="{00000000-0000-0000-0000-000000000000}"/>
          </ac:spMkLst>
        </pc:spChg>
        <pc:picChg chg="mod">
          <ac:chgData name="Paulo Moraes | LANDTech" userId="58228943-5478-4ea9-a214-c65d7e363002" providerId="ADAL" clId="{560CC211-D029-D04A-A08A-5905FD0C9BE5}" dt="2025-10-23T00:29:43.744" v="211" actId="14100"/>
          <ac:picMkLst>
            <pc:docMk/>
            <pc:sldMk cId="0" sldId="266"/>
            <ac:picMk id="2" creationId="{00000000-0000-0000-0000-000000000000}"/>
          </ac:picMkLst>
        </pc:picChg>
        <pc:picChg chg="mod">
          <ac:chgData name="Paulo Moraes | LANDTech" userId="58228943-5478-4ea9-a214-c65d7e363002" providerId="ADAL" clId="{560CC211-D029-D04A-A08A-5905FD0C9BE5}" dt="2025-10-23T00:30:06.617" v="223" actId="1035"/>
          <ac:picMkLst>
            <pc:docMk/>
            <pc:sldMk cId="0" sldId="266"/>
            <ac:picMk id="6" creationId="{00000000-0000-0000-0000-000000000000}"/>
          </ac:picMkLst>
        </pc:picChg>
        <pc:picChg chg="mod">
          <ac:chgData name="Paulo Moraes | LANDTech" userId="58228943-5478-4ea9-a214-c65d7e363002" providerId="ADAL" clId="{560CC211-D029-D04A-A08A-5905FD0C9BE5}" dt="2025-10-23T00:30:12.929" v="244" actId="1035"/>
          <ac:picMkLst>
            <pc:docMk/>
            <pc:sldMk cId="0" sldId="266"/>
            <ac:picMk id="18" creationId="{00000000-0000-0000-0000-000000000000}"/>
          </ac:picMkLst>
        </pc:picChg>
        <pc:picChg chg="mod">
          <ac:chgData name="Paulo Moraes | LANDTech" userId="58228943-5478-4ea9-a214-c65d7e363002" providerId="ADAL" clId="{560CC211-D029-D04A-A08A-5905FD0C9BE5}" dt="2025-10-23T00:30:12.929" v="244" actId="1035"/>
          <ac:picMkLst>
            <pc:docMk/>
            <pc:sldMk cId="0" sldId="266"/>
            <ac:picMk id="22" creationId="{00000000-0000-0000-0000-000000000000}"/>
          </ac:picMkLst>
        </pc:picChg>
      </pc:sldChg>
      <pc:sldChg chg="add">
        <pc:chgData name="Paulo Moraes | LANDTech" userId="58228943-5478-4ea9-a214-c65d7e363002" providerId="ADAL" clId="{560CC211-D029-D04A-A08A-5905FD0C9BE5}" dt="2025-10-23T01:03:13.129" v="1124"/>
        <pc:sldMkLst>
          <pc:docMk/>
          <pc:sldMk cId="0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21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989990"/>
            <a:ext cx="3326232" cy="62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05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</a:t>
            </a:r>
            <a:r>
              <a:rPr lang="en-US" sz="4050" b="1" dirty="0" err="1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WeDOTalent</a:t>
            </a:r>
            <a:r>
              <a:rPr lang="en-US" sz="405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: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699516" y="1597354"/>
            <a:ext cx="2912864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050" b="1" dirty="0">
                <a:solidFill>
                  <a:srgbClr val="74A8D2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 Revolução</a:t>
            </a:r>
            <a:endParaRPr lang="en-US" sz="4050" dirty="0"/>
          </a:p>
        </p:txBody>
      </p:sp>
      <p:sp>
        <p:nvSpPr>
          <p:cNvPr id="5" name="Text 2"/>
          <p:cNvSpPr/>
          <p:nvPr/>
        </p:nvSpPr>
        <p:spPr>
          <a:xfrm>
            <a:off x="3612380" y="1597354"/>
            <a:ext cx="696516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05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na</a:t>
            </a:r>
            <a:endParaRPr lang="en-US" sz="4050" dirty="0"/>
          </a:p>
        </p:txBody>
      </p:sp>
      <p:sp>
        <p:nvSpPr>
          <p:cNvPr id="6" name="Text 3"/>
          <p:cNvSpPr/>
          <p:nvPr/>
        </p:nvSpPr>
        <p:spPr>
          <a:xfrm>
            <a:off x="699516" y="2224408"/>
            <a:ext cx="3169137" cy="6232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050" b="1" dirty="0" err="1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Validação</a:t>
            </a:r>
            <a:r>
              <a:rPr lang="en-US" sz="405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de </a:t>
            </a:r>
            <a:endParaRPr lang="en-US" sz="4050" dirty="0"/>
          </a:p>
        </p:txBody>
      </p:sp>
      <p:sp>
        <p:nvSpPr>
          <p:cNvPr id="7" name="Text 4"/>
          <p:cNvSpPr/>
          <p:nvPr/>
        </p:nvSpPr>
        <p:spPr>
          <a:xfrm>
            <a:off x="708660" y="2831771"/>
            <a:ext cx="2023467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05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Talentos </a:t>
            </a:r>
            <a:endParaRPr lang="en-US" sz="4050" dirty="0"/>
          </a:p>
        </p:txBody>
      </p:sp>
      <p:sp>
        <p:nvSpPr>
          <p:cNvPr id="8" name="Text 5"/>
          <p:cNvSpPr/>
          <p:nvPr/>
        </p:nvSpPr>
        <p:spPr>
          <a:xfrm>
            <a:off x="571500" y="3616858"/>
            <a:ext cx="353830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688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Transformando intuição em ciência</a:t>
            </a:r>
            <a:endParaRPr lang="en-US" sz="1688" dirty="0"/>
          </a:p>
        </p:txBody>
      </p:sp>
      <p:sp>
        <p:nvSpPr>
          <p:cNvPr id="9" name="Text 6"/>
          <p:cNvSpPr/>
          <p:nvPr/>
        </p:nvSpPr>
        <p:spPr>
          <a:xfrm>
            <a:off x="571500" y="3874033"/>
            <a:ext cx="2440177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688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potencial em precisão. </a:t>
            </a:r>
            <a:endParaRPr lang="en-US" sz="1688" dirty="0"/>
          </a:p>
        </p:txBody>
      </p:sp>
      <p:sp>
        <p:nvSpPr>
          <p:cNvPr id="10" name="Shape 7"/>
          <p:cNvSpPr/>
          <p:nvPr/>
        </p:nvSpPr>
        <p:spPr>
          <a:xfrm>
            <a:off x="5857875" y="785813"/>
            <a:ext cx="2143125" cy="2143125"/>
          </a:xfrm>
          <a:prstGeom prst="ellipse">
            <a:avLst/>
          </a:prstGeom>
          <a:solidFill>
            <a:srgbClr val="74A8D2">
              <a:alpha val="15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1" name="Shape 8"/>
          <p:cNvSpPr/>
          <p:nvPr/>
        </p:nvSpPr>
        <p:spPr>
          <a:xfrm>
            <a:off x="5715000" y="1857375"/>
            <a:ext cx="1428750" cy="1428750"/>
          </a:xfrm>
          <a:prstGeom prst="ellipse">
            <a:avLst/>
          </a:prstGeom>
          <a:solidFill>
            <a:srgbClr val="C74446">
              <a:alpha val="15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2" name="Shape 9"/>
          <p:cNvSpPr/>
          <p:nvPr/>
        </p:nvSpPr>
        <p:spPr>
          <a:xfrm>
            <a:off x="7000875" y="2928938"/>
            <a:ext cx="857250" cy="857250"/>
          </a:xfrm>
          <a:prstGeom prst="ellipse">
            <a:avLst/>
          </a:prstGeom>
          <a:solidFill>
            <a:srgbClr val="F0C14A">
              <a:alpha val="15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3" name="Shape 10"/>
          <p:cNvSpPr/>
          <p:nvPr/>
        </p:nvSpPr>
        <p:spPr>
          <a:xfrm>
            <a:off x="5715000" y="1143000"/>
            <a:ext cx="714375" cy="714375"/>
          </a:xfrm>
          <a:prstGeom prst="ellipse">
            <a:avLst/>
          </a:prstGeom>
          <a:solidFill>
            <a:srgbClr val="B4D3C1">
              <a:alpha val="15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4" name="Shape 11"/>
          <p:cNvSpPr/>
          <p:nvPr/>
        </p:nvSpPr>
        <p:spPr>
          <a:xfrm rot="-2700000">
            <a:off x="6072188" y="1714500"/>
            <a:ext cx="1071563" cy="14288"/>
          </a:xfrm>
          <a:prstGeom prst="rect">
            <a:avLst/>
          </a:prstGeom>
          <a:solidFill>
            <a:srgbClr val="74A8D2">
              <a:alpha val="2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5" name="Shape 12"/>
          <p:cNvSpPr/>
          <p:nvPr/>
        </p:nvSpPr>
        <p:spPr>
          <a:xfrm rot="1800000">
            <a:off x="6429375" y="2714625"/>
            <a:ext cx="857250" cy="14288"/>
          </a:xfrm>
          <a:prstGeom prst="rect">
            <a:avLst/>
          </a:prstGeom>
          <a:solidFill>
            <a:srgbClr val="C74446">
              <a:alpha val="20000"/>
            </a:srgbClr>
          </a:solidFill>
          <a:ln/>
        </p:spPr>
        <p:txBody>
          <a:bodyPr/>
          <a:lstStyle/>
          <a:p>
            <a:endParaRPr lang="en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57200"/>
            <a:ext cx="8001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O Custo Invisível de uma Contratação Ineficaz 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71500" y="918972"/>
            <a:ext cx="40719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Uma má contratação não é apenas um erro operacional, é um prejuízo estratégico que afeta produtividade, cultura e o resultado financeiro. 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571500" y="1596459"/>
            <a:ext cx="4071938" cy="1085850"/>
          </a:xfrm>
          <a:prstGeom prst="rect">
            <a:avLst/>
          </a:prstGeom>
          <a:solidFill>
            <a:srgbClr val="F3EBE1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Text 3"/>
          <p:cNvSpPr/>
          <p:nvPr/>
        </p:nvSpPr>
        <p:spPr>
          <a:xfrm>
            <a:off x="714375" y="1747647"/>
            <a:ext cx="378618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C744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30%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714375" y="2147697"/>
            <a:ext cx="37861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 salário do primeiro ano é o custo de uma má contratação (U.S. Department of Labor)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571500" y="2804922"/>
            <a:ext cx="4071938" cy="1085850"/>
          </a:xfrm>
          <a:prstGeom prst="rect">
            <a:avLst/>
          </a:prstGeom>
          <a:solidFill>
            <a:srgbClr val="F3EBE1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9" name="Text 6"/>
          <p:cNvSpPr/>
          <p:nvPr/>
        </p:nvSpPr>
        <p:spPr>
          <a:xfrm>
            <a:off x="714375" y="2947797"/>
            <a:ext cx="378618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74A8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$240.000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714375" y="3347847"/>
            <a:ext cx="37861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é a perda total por erro, incluindo recrutamento, onboarding e substituição (Forbes, 2022)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571500" y="4005072"/>
            <a:ext cx="4071938" cy="1085850"/>
          </a:xfrm>
          <a:prstGeom prst="rect">
            <a:avLst/>
          </a:prstGeom>
          <a:solidFill>
            <a:srgbClr val="F3EBE1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2" name="Text 9"/>
          <p:cNvSpPr/>
          <p:nvPr/>
        </p:nvSpPr>
        <p:spPr>
          <a:xfrm>
            <a:off x="714375" y="4147947"/>
            <a:ext cx="378618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0C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40%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714375" y="4547997"/>
            <a:ext cx="37861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 redução na produtividade da equipe causada por funcionários desengajados (Business News Daily)</a:t>
            </a:r>
            <a:endParaRPr lang="en-US" sz="942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767" y="1235761"/>
            <a:ext cx="4391648" cy="35048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57200"/>
            <a:ext cx="8001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Por que a Triagem Manual Já Não é Suficiente? 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71500" y="852678"/>
            <a:ext cx="714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Em um mercado de talentos dinâmico, a triagem manual de currículos e as entrevistas não estruturadas são processos lentos, inconsistentes e repletos de vieses inconscientes. 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571500" y="1403604"/>
            <a:ext cx="7858125" cy="592931"/>
          </a:xfrm>
          <a:prstGeom prst="rect">
            <a:avLst/>
          </a:prstGeom>
          <a:solidFill>
            <a:srgbClr val="74A8D2"/>
          </a:solidFill>
          <a:ln/>
        </p:spPr>
        <p:txBody>
          <a:bodyPr/>
          <a:lstStyle/>
          <a:p>
            <a:endParaRPr lang="en-BR" sz="3600"/>
          </a:p>
        </p:txBody>
      </p:sp>
      <p:sp>
        <p:nvSpPr>
          <p:cNvPr id="6" name="Text 3"/>
          <p:cNvSpPr/>
          <p:nvPr/>
        </p:nvSpPr>
        <p:spPr>
          <a:xfrm>
            <a:off x="800100" y="1592348"/>
            <a:ext cx="2832507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Desafio do Processo Tradicional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643438" y="1592348"/>
            <a:ext cx="2649764" cy="2154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Consequência para o Negócio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71500" y="2062686"/>
            <a:ext cx="7858125" cy="607219"/>
          </a:xfrm>
          <a:prstGeom prst="rect">
            <a:avLst/>
          </a:prstGeom>
          <a:solidFill>
            <a:srgbClr val="F3EBE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00100" y="2237708"/>
            <a:ext cx="142875" cy="142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8700" y="2210919"/>
            <a:ext cx="254334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C744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Subjetividade e Vieses Inconscientes </a:t>
            </a:r>
            <a:endParaRPr lang="en-US" sz="1046" dirty="0"/>
          </a:p>
        </p:txBody>
      </p:sp>
      <p:sp>
        <p:nvSpPr>
          <p:cNvPr id="11" name="Text 7"/>
          <p:cNvSpPr/>
          <p:nvPr/>
        </p:nvSpPr>
        <p:spPr>
          <a:xfrm>
            <a:off x="4643438" y="2090261"/>
            <a:ext cx="35575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Decisões inconsistentes, menor diversidade e risco de erro. </a:t>
            </a:r>
            <a:endParaRPr lang="en-US" sz="942" dirty="0"/>
          </a:p>
        </p:txBody>
      </p:sp>
      <p:sp>
        <p:nvSpPr>
          <p:cNvPr id="12" name="Shape 8"/>
          <p:cNvSpPr/>
          <p:nvPr/>
        </p:nvSpPr>
        <p:spPr>
          <a:xfrm>
            <a:off x="571500" y="2728197"/>
            <a:ext cx="7858125" cy="596503"/>
          </a:xfrm>
          <a:prstGeom prst="rect">
            <a:avLst/>
          </a:prstGeom>
          <a:solidFill>
            <a:srgbClr val="F3B9A9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00100" y="2867501"/>
            <a:ext cx="107156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92981" y="2840712"/>
            <a:ext cx="157634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74A8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Lentidão e Ineficiência </a:t>
            </a:r>
            <a:endParaRPr lang="en-US" sz="1046" dirty="0"/>
          </a:p>
        </p:txBody>
      </p:sp>
      <p:sp>
        <p:nvSpPr>
          <p:cNvPr id="15" name="Text 10"/>
          <p:cNvSpPr/>
          <p:nvPr/>
        </p:nvSpPr>
        <p:spPr>
          <a:xfrm>
            <a:off x="4643438" y="2774918"/>
            <a:ext cx="35575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Perda de bons candidatos para a concorrência e alto custo operacional. </a:t>
            </a:r>
            <a:endParaRPr lang="en-US" sz="942" dirty="0"/>
          </a:p>
        </p:txBody>
      </p:sp>
      <p:sp>
        <p:nvSpPr>
          <p:cNvPr id="16" name="Shape 11"/>
          <p:cNvSpPr/>
          <p:nvPr/>
        </p:nvSpPr>
        <p:spPr>
          <a:xfrm>
            <a:off x="571500" y="3385423"/>
            <a:ext cx="7858125" cy="507206"/>
          </a:xfrm>
          <a:prstGeom prst="rect">
            <a:avLst/>
          </a:prstGeom>
          <a:solidFill>
            <a:srgbClr val="B4C8E2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524726"/>
            <a:ext cx="178594" cy="1428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64419" y="3497937"/>
            <a:ext cx="152893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E17B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Falta de Padronização </a:t>
            </a:r>
            <a:endParaRPr lang="en-US" sz="1046" dirty="0"/>
          </a:p>
        </p:txBody>
      </p:sp>
      <p:sp>
        <p:nvSpPr>
          <p:cNvPr id="19" name="Text 13"/>
          <p:cNvSpPr/>
          <p:nvPr/>
        </p:nvSpPr>
        <p:spPr>
          <a:xfrm>
            <a:off x="4643438" y="3413855"/>
            <a:ext cx="35575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Impossibilidade de comparar candidatos de forma justa e objetiva. </a:t>
            </a:r>
            <a:endParaRPr lang="en-US" sz="942" dirty="0"/>
          </a:p>
        </p:txBody>
      </p:sp>
      <p:sp>
        <p:nvSpPr>
          <p:cNvPr id="20" name="Shape 14"/>
          <p:cNvSpPr/>
          <p:nvPr/>
        </p:nvSpPr>
        <p:spPr>
          <a:xfrm>
            <a:off x="571500" y="3957923"/>
            <a:ext cx="7858125" cy="485775"/>
          </a:xfrm>
          <a:prstGeom prst="rect">
            <a:avLst/>
          </a:prstGeom>
          <a:solidFill>
            <a:srgbClr val="B4D3C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00100" y="4072223"/>
            <a:ext cx="107156" cy="1428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92981" y="4045434"/>
            <a:ext cx="1708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0C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Foco em Autodeclaração </a:t>
            </a:r>
            <a:endParaRPr lang="en-US" sz="1046" dirty="0"/>
          </a:p>
        </p:txBody>
      </p:sp>
      <p:sp>
        <p:nvSpPr>
          <p:cNvPr id="23" name="Text 16"/>
          <p:cNvSpPr/>
          <p:nvPr/>
        </p:nvSpPr>
        <p:spPr>
          <a:xfrm>
            <a:off x="4643438" y="4043648"/>
            <a:ext cx="35575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Contratação baseada em currículo, não em competência comprovada. 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14338"/>
            <a:ext cx="458093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Apresentando a Metodologia 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234726" y="405194"/>
            <a:ext cx="646509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74A8D2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WSI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71500" y="1003588"/>
            <a:ext cx="7901168" cy="482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WedoTalent introduz uma abordagem revolucionária que transforma a triagem em um diagnóstico preciso. O WSI é um framework de avaliação que utiliza Inteligência Artificial e </a:t>
            </a:r>
            <a:r>
              <a:rPr lang="en-US" sz="1046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processamento</a:t>
            </a: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 </a:t>
            </a:r>
            <a:r>
              <a:rPr lang="en-US" sz="1046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linguagem</a:t>
            </a: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natural para  validar competências técnicas, comportamentais e culturais de forma objetiva, escalável e preditiva. 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571500" y="1771650"/>
            <a:ext cx="80010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C744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Nós não apenas encontramos candidatos. Nós validamos o talento. </a:t>
            </a:r>
            <a:endParaRPr lang="en-US" sz="1046" dirty="0"/>
          </a:p>
        </p:txBody>
      </p:sp>
      <p:sp>
        <p:nvSpPr>
          <p:cNvPr id="7" name="Shape 4"/>
          <p:cNvSpPr/>
          <p:nvPr/>
        </p:nvSpPr>
        <p:spPr>
          <a:xfrm>
            <a:off x="1983591" y="2546069"/>
            <a:ext cx="1000125" cy="1000125"/>
          </a:xfrm>
          <a:prstGeom prst="rect">
            <a:avLst/>
          </a:prstGeom>
          <a:solidFill>
            <a:srgbClr val="F3EBE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2204" y="2817532"/>
            <a:ext cx="3429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53733" y="3689069"/>
            <a:ext cx="105987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Job Description</a:t>
            </a:r>
            <a:endParaRPr lang="en-US" sz="1046" dirty="0"/>
          </a:p>
        </p:txBody>
      </p:sp>
      <p:sp>
        <p:nvSpPr>
          <p:cNvPr id="10" name="Text 6"/>
          <p:cNvSpPr/>
          <p:nvPr/>
        </p:nvSpPr>
        <p:spPr>
          <a:xfrm>
            <a:off x="1980745" y="3889094"/>
            <a:ext cx="100584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Requisitos da vaga</a:t>
            </a:r>
            <a:endParaRPr lang="en-US" sz="837" dirty="0"/>
          </a:p>
        </p:txBody>
      </p:sp>
      <p:sp>
        <p:nvSpPr>
          <p:cNvPr id="11" name="Text 7"/>
          <p:cNvSpPr/>
          <p:nvPr/>
        </p:nvSpPr>
        <p:spPr>
          <a:xfrm>
            <a:off x="3156478" y="3046132"/>
            <a:ext cx="3429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DCDCD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2700" dirty="0"/>
          </a:p>
        </p:txBody>
      </p:sp>
      <p:sp>
        <p:nvSpPr>
          <p:cNvPr id="12" name="Shape 8"/>
          <p:cNvSpPr/>
          <p:nvPr/>
        </p:nvSpPr>
        <p:spPr>
          <a:xfrm>
            <a:off x="3777705" y="2546069"/>
            <a:ext cx="1000125" cy="1000125"/>
          </a:xfrm>
          <a:prstGeom prst="rect">
            <a:avLst/>
          </a:prstGeom>
          <a:solidFill>
            <a:srgbClr val="F3EBE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2018" y="2817532"/>
            <a:ext cx="5715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24165" y="3689069"/>
            <a:ext cx="5072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LIA / IA</a:t>
            </a:r>
            <a:endParaRPr lang="en-US" sz="1046" dirty="0"/>
          </a:p>
        </p:txBody>
      </p:sp>
      <p:sp>
        <p:nvSpPr>
          <p:cNvPr id="15" name="Text 10"/>
          <p:cNvSpPr/>
          <p:nvPr/>
        </p:nvSpPr>
        <p:spPr>
          <a:xfrm>
            <a:off x="3642253" y="3889094"/>
            <a:ext cx="127102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Triagem conversacional</a:t>
            </a:r>
            <a:endParaRPr lang="en-US" sz="837" dirty="0"/>
          </a:p>
        </p:txBody>
      </p:sp>
      <p:sp>
        <p:nvSpPr>
          <p:cNvPr id="16" name="Text 11"/>
          <p:cNvSpPr/>
          <p:nvPr/>
        </p:nvSpPr>
        <p:spPr>
          <a:xfrm>
            <a:off x="5056157" y="3046132"/>
            <a:ext cx="3429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DCDCD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2700" dirty="0"/>
          </a:p>
        </p:txBody>
      </p:sp>
      <p:sp>
        <p:nvSpPr>
          <p:cNvPr id="17" name="Shape 12"/>
          <p:cNvSpPr/>
          <p:nvPr/>
        </p:nvSpPr>
        <p:spPr>
          <a:xfrm>
            <a:off x="5541932" y="2546069"/>
            <a:ext cx="1000125" cy="1000125"/>
          </a:xfrm>
          <a:prstGeom prst="rect">
            <a:avLst/>
          </a:prstGeom>
          <a:solidFill>
            <a:srgbClr val="F3EBE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3395" y="2817532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99234" y="3689069"/>
            <a:ext cx="68552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WSI Score</a:t>
            </a:r>
            <a:endParaRPr lang="en-US" sz="1046" dirty="0"/>
          </a:p>
        </p:txBody>
      </p:sp>
      <p:sp>
        <p:nvSpPr>
          <p:cNvPr id="20" name="Text 14"/>
          <p:cNvSpPr/>
          <p:nvPr/>
        </p:nvSpPr>
        <p:spPr>
          <a:xfrm>
            <a:off x="5569754" y="3889094"/>
            <a:ext cx="9444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Ranking preditivo</a:t>
            </a:r>
            <a:endParaRPr lang="en-US" sz="837" dirty="0"/>
          </a:p>
        </p:txBody>
      </p:sp>
      <p:sp>
        <p:nvSpPr>
          <p:cNvPr id="21" name="Text 15"/>
          <p:cNvSpPr/>
          <p:nvPr/>
        </p:nvSpPr>
        <p:spPr>
          <a:xfrm>
            <a:off x="457717" y="4385054"/>
            <a:ext cx="8258020" cy="25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688" b="1" dirty="0">
                <a:solidFill>
                  <a:srgbClr val="74A8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"Do Job Description ao Score Preditivo, em </a:t>
            </a:r>
            <a:r>
              <a:rPr lang="en-US" sz="1688" b="1" dirty="0" err="1">
                <a:solidFill>
                  <a:srgbClr val="74A8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minutos</a:t>
            </a:r>
            <a:r>
              <a:rPr lang="en-US" sz="1688" b="1" dirty="0">
                <a:solidFill>
                  <a:srgbClr val="74A8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</a:t>
            </a:r>
            <a:endParaRPr lang="en-US" sz="168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86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57200"/>
            <a:ext cx="8001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Proposta de Valor 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71500" y="971550"/>
            <a:ext cx="714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metodologia WSI entrega resultados concretos e mensuráveis para transformar seu processo de recrutamento e seleção. 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571500" y="1714500"/>
            <a:ext cx="3843338" cy="1714500"/>
          </a:xfrm>
          <a:prstGeom prst="rect">
            <a:avLst/>
          </a:prstGeom>
          <a:solidFill>
            <a:srgbClr val="B4C8E2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2028825"/>
            <a:ext cx="400050" cy="400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14450" y="1943100"/>
            <a:ext cx="29003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Precisão 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314450" y="2269927"/>
            <a:ext cx="28731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Validade preditiva equiparável aos melhores sistemas </a:t>
            </a:r>
            <a:endParaRPr lang="en-US" sz="837" dirty="0"/>
          </a:p>
        </p:txBody>
      </p:sp>
      <p:sp>
        <p:nvSpPr>
          <p:cNvPr id="9" name="Text 5"/>
          <p:cNvSpPr/>
          <p:nvPr/>
        </p:nvSpPr>
        <p:spPr>
          <a:xfrm>
            <a:off x="1314450" y="2452790"/>
            <a:ext cx="4173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globais 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1731773" y="2452790"/>
            <a:ext cx="53184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(r ≥ 0.60)</a:t>
            </a:r>
            <a:endParaRPr lang="en-US" sz="837" dirty="0"/>
          </a:p>
        </p:txBody>
      </p:sp>
      <p:sp>
        <p:nvSpPr>
          <p:cNvPr id="11" name="Text 7"/>
          <p:cNvSpPr/>
          <p:nvPr/>
        </p:nvSpPr>
        <p:spPr>
          <a:xfrm>
            <a:off x="2263620" y="2452790"/>
            <a:ext cx="16627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garantindo que os candidatos </a:t>
            </a:r>
            <a:endParaRPr lang="en-US" sz="837" dirty="0"/>
          </a:p>
        </p:txBody>
      </p:sp>
      <p:sp>
        <p:nvSpPr>
          <p:cNvPr id="12" name="Text 8"/>
          <p:cNvSpPr/>
          <p:nvPr/>
        </p:nvSpPr>
        <p:spPr>
          <a:xfrm>
            <a:off x="1314450" y="2635653"/>
            <a:ext cx="259209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aprovados têm alta probabilidade de sucesso na </a:t>
            </a:r>
            <a:endParaRPr lang="en-US" sz="837" dirty="0"/>
          </a:p>
        </p:txBody>
      </p:sp>
      <p:sp>
        <p:nvSpPr>
          <p:cNvPr id="13" name="Text 9"/>
          <p:cNvSpPr/>
          <p:nvPr/>
        </p:nvSpPr>
        <p:spPr>
          <a:xfrm>
            <a:off x="1314450" y="2818516"/>
            <a:ext cx="3993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função. </a:t>
            </a:r>
            <a:endParaRPr lang="en-US" sz="837" dirty="0"/>
          </a:p>
        </p:txBody>
      </p:sp>
      <p:sp>
        <p:nvSpPr>
          <p:cNvPr id="14" name="Shape 10"/>
          <p:cNvSpPr/>
          <p:nvPr/>
        </p:nvSpPr>
        <p:spPr>
          <a:xfrm>
            <a:off x="4586288" y="1714500"/>
            <a:ext cx="3843338" cy="1714500"/>
          </a:xfrm>
          <a:prstGeom prst="rect">
            <a:avLst/>
          </a:prstGeom>
          <a:solidFill>
            <a:srgbClr val="F3B9A9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2028825"/>
            <a:ext cx="500063" cy="4000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29250" y="1943100"/>
            <a:ext cx="2800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Objetividade 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5429250" y="2269927"/>
            <a:ext cx="9125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Redução de viés</a:t>
            </a:r>
            <a:endParaRPr lang="en-US" sz="837" dirty="0"/>
          </a:p>
        </p:txBody>
      </p:sp>
      <p:sp>
        <p:nvSpPr>
          <p:cNvPr id="18" name="Text 13"/>
          <p:cNvSpPr/>
          <p:nvPr/>
        </p:nvSpPr>
        <p:spPr>
          <a:xfrm>
            <a:off x="6341836" y="2269927"/>
            <a:ext cx="181417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através de critérios padronizados </a:t>
            </a:r>
            <a:endParaRPr lang="en-US" sz="837" dirty="0"/>
          </a:p>
        </p:txBody>
      </p:sp>
      <p:sp>
        <p:nvSpPr>
          <p:cNvPr id="19" name="Text 14"/>
          <p:cNvSpPr/>
          <p:nvPr/>
        </p:nvSpPr>
        <p:spPr>
          <a:xfrm>
            <a:off x="5429250" y="2452790"/>
            <a:ext cx="258056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 validação cruzada, promovendo decisões mais </a:t>
            </a:r>
            <a:endParaRPr lang="en-US" sz="837" dirty="0"/>
          </a:p>
        </p:txBody>
      </p:sp>
      <p:sp>
        <p:nvSpPr>
          <p:cNvPr id="20" name="Text 15"/>
          <p:cNvSpPr/>
          <p:nvPr/>
        </p:nvSpPr>
        <p:spPr>
          <a:xfrm>
            <a:off x="5429250" y="2635653"/>
            <a:ext cx="22149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justas e diversidade no processo seletivo. </a:t>
            </a:r>
            <a:endParaRPr lang="en-US" sz="837" dirty="0"/>
          </a:p>
        </p:txBody>
      </p:sp>
      <p:sp>
        <p:nvSpPr>
          <p:cNvPr id="21" name="Shape 16"/>
          <p:cNvSpPr/>
          <p:nvPr/>
        </p:nvSpPr>
        <p:spPr>
          <a:xfrm>
            <a:off x="571500" y="3600450"/>
            <a:ext cx="3843338" cy="1714500"/>
          </a:xfrm>
          <a:prstGeom prst="rect">
            <a:avLst/>
          </a:prstGeom>
          <a:solidFill>
            <a:srgbClr val="F0C14A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71525" y="3914775"/>
            <a:ext cx="400050" cy="4000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14450" y="3829050"/>
            <a:ext cx="29003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Eficiência 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314450" y="4155877"/>
            <a:ext cx="11219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Até 90% de redução</a:t>
            </a:r>
            <a:endParaRPr lang="en-US" sz="837" dirty="0"/>
          </a:p>
        </p:txBody>
      </p:sp>
      <p:sp>
        <p:nvSpPr>
          <p:cNvPr id="25" name="Text 19"/>
          <p:cNvSpPr/>
          <p:nvPr/>
        </p:nvSpPr>
        <p:spPr>
          <a:xfrm>
            <a:off x="2436437" y="4155877"/>
            <a:ext cx="16354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 tempo de triagem manual, </a:t>
            </a:r>
            <a:endParaRPr lang="en-US" sz="837" dirty="0"/>
          </a:p>
        </p:txBody>
      </p:sp>
      <p:sp>
        <p:nvSpPr>
          <p:cNvPr id="26" name="Text 20"/>
          <p:cNvSpPr/>
          <p:nvPr/>
        </p:nvSpPr>
        <p:spPr>
          <a:xfrm>
            <a:off x="1314450" y="4338740"/>
            <a:ext cx="248613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liberando sua equipe para focar em atividades </a:t>
            </a:r>
            <a:endParaRPr lang="en-US" sz="837" dirty="0"/>
          </a:p>
        </p:txBody>
      </p:sp>
      <p:sp>
        <p:nvSpPr>
          <p:cNvPr id="27" name="Text 21"/>
          <p:cNvSpPr/>
          <p:nvPr/>
        </p:nvSpPr>
        <p:spPr>
          <a:xfrm>
            <a:off x="1314450" y="4521603"/>
            <a:ext cx="249562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estratégicas e relacionamento com candidatos </a:t>
            </a:r>
            <a:endParaRPr lang="en-US" sz="837" dirty="0"/>
          </a:p>
        </p:txBody>
      </p:sp>
      <p:sp>
        <p:nvSpPr>
          <p:cNvPr id="28" name="Text 22"/>
          <p:cNvSpPr/>
          <p:nvPr/>
        </p:nvSpPr>
        <p:spPr>
          <a:xfrm>
            <a:off x="1314450" y="4704466"/>
            <a:ext cx="6766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qualificados. </a:t>
            </a:r>
            <a:endParaRPr lang="en-US" sz="837" dirty="0"/>
          </a:p>
        </p:txBody>
      </p:sp>
      <p:sp>
        <p:nvSpPr>
          <p:cNvPr id="29" name="Shape 23"/>
          <p:cNvSpPr/>
          <p:nvPr/>
        </p:nvSpPr>
        <p:spPr>
          <a:xfrm>
            <a:off x="4586288" y="3600450"/>
            <a:ext cx="3843338" cy="1714500"/>
          </a:xfrm>
          <a:prstGeom prst="rect">
            <a:avLst/>
          </a:prstGeom>
          <a:solidFill>
            <a:srgbClr val="B4D3C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3914775"/>
            <a:ext cx="450056" cy="40005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79244" y="3829050"/>
            <a:ext cx="28503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Transparência 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5379244" y="4155877"/>
            <a:ext cx="11816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Total rastreabilidade</a:t>
            </a:r>
            <a:endParaRPr lang="en-US" sz="837" dirty="0"/>
          </a:p>
        </p:txBody>
      </p:sp>
      <p:sp>
        <p:nvSpPr>
          <p:cNvPr id="33" name="Text 26"/>
          <p:cNvSpPr/>
          <p:nvPr/>
        </p:nvSpPr>
        <p:spPr>
          <a:xfrm>
            <a:off x="6560893" y="4155877"/>
            <a:ext cx="16226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 critérios, pesos e decisões. </a:t>
            </a:r>
            <a:endParaRPr lang="en-US" sz="837" dirty="0"/>
          </a:p>
        </p:txBody>
      </p:sp>
      <p:sp>
        <p:nvSpPr>
          <p:cNvPr id="34" name="Text 27"/>
          <p:cNvSpPr/>
          <p:nvPr/>
        </p:nvSpPr>
        <p:spPr>
          <a:xfrm>
            <a:off x="5379244" y="4338740"/>
            <a:ext cx="26184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Você tem acesso completo às respostas, scores e </a:t>
            </a:r>
            <a:endParaRPr lang="en-US" sz="837" dirty="0"/>
          </a:p>
        </p:txBody>
      </p:sp>
      <p:sp>
        <p:nvSpPr>
          <p:cNvPr id="35" name="Text 28"/>
          <p:cNvSpPr/>
          <p:nvPr/>
        </p:nvSpPr>
        <p:spPr>
          <a:xfrm>
            <a:off x="5379244" y="4521603"/>
            <a:ext cx="17916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justificativas, sem "caixas pretas". </a:t>
            </a:r>
            <a:endParaRPr lang="en-US" sz="837" dirty="0"/>
          </a:p>
        </p:txBody>
      </p:sp>
      <p:sp>
        <p:nvSpPr>
          <p:cNvPr id="36" name="Text 29"/>
          <p:cNvSpPr/>
          <p:nvPr/>
        </p:nvSpPr>
        <p:spPr>
          <a:xfrm>
            <a:off x="571500" y="5600700"/>
            <a:ext cx="800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4A8D2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"Transforme intuição em ciência. Transforme triagem em diagnóstico." 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57200"/>
            <a:ext cx="8001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A Ciência por Trás da Precisão 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71500" y="91440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Nossa metodologia não é mágica, é ciência. O WSI integra </a:t>
            </a:r>
            <a:r>
              <a:rPr lang="en-US" sz="1046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quatro</a:t>
            </a: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046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modelos</a:t>
            </a: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046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teóricos</a:t>
            </a: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046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reconhecidos</a:t>
            </a: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046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mundialmente</a:t>
            </a: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</a:t>
            </a:r>
            <a:r>
              <a:rPr lang="en-US" sz="1046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garantir</a:t>
            </a: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046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uma</a:t>
            </a: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046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análise</a:t>
            </a: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360º do </a:t>
            </a:r>
            <a:r>
              <a:rPr lang="en-US" sz="1046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candidato</a:t>
            </a: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571500" y="1496187"/>
            <a:ext cx="3857625" cy="1379601"/>
          </a:xfrm>
          <a:prstGeom prst="rect">
            <a:avLst/>
          </a:prstGeom>
          <a:solidFill>
            <a:srgbClr val="B4C8E2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Text 3"/>
          <p:cNvSpPr/>
          <p:nvPr/>
        </p:nvSpPr>
        <p:spPr>
          <a:xfrm>
            <a:off x="771525" y="1589913"/>
            <a:ext cx="34575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1. Competency-Based Interviewing (CBI) 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1525" y="1904238"/>
            <a:ext cx="34575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McClelland, 1973 - Harvard University </a:t>
            </a:r>
            <a:endParaRPr lang="en-US" sz="732" dirty="0"/>
          </a:p>
        </p:txBody>
      </p:sp>
      <p:sp>
        <p:nvSpPr>
          <p:cNvPr id="8" name="Text 5"/>
          <p:cNvSpPr/>
          <p:nvPr/>
        </p:nvSpPr>
        <p:spPr>
          <a:xfrm>
            <a:off x="771525" y="2111407"/>
            <a:ext cx="5377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Princípio: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1309315" y="2111407"/>
            <a:ext cx="24149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Comportamentos passados são os melhores 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771525" y="2282857"/>
            <a:ext cx="183806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preditores de performance futura. </a:t>
            </a:r>
            <a:endParaRPr lang="en-US" sz="837" dirty="0"/>
          </a:p>
        </p:txBody>
      </p:sp>
      <p:sp>
        <p:nvSpPr>
          <p:cNvPr id="11" name="Text 8"/>
          <p:cNvSpPr/>
          <p:nvPr/>
        </p:nvSpPr>
        <p:spPr>
          <a:xfrm>
            <a:off x="771525" y="2532888"/>
            <a:ext cx="3457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Para entender o comportamento passado e prever a performance futura </a:t>
            </a:r>
            <a:endParaRPr lang="en-US" sz="837" dirty="0"/>
          </a:p>
        </p:txBody>
      </p:sp>
      <p:sp>
        <p:nvSpPr>
          <p:cNvPr id="12" name="Shape 9"/>
          <p:cNvSpPr/>
          <p:nvPr/>
        </p:nvSpPr>
        <p:spPr>
          <a:xfrm>
            <a:off x="4572000" y="1496187"/>
            <a:ext cx="3857625" cy="1379601"/>
          </a:xfrm>
          <a:prstGeom prst="rect">
            <a:avLst/>
          </a:prstGeom>
          <a:solidFill>
            <a:srgbClr val="F3B9A9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3" name="Text 10"/>
          <p:cNvSpPr/>
          <p:nvPr/>
        </p:nvSpPr>
        <p:spPr>
          <a:xfrm>
            <a:off x="4772025" y="1589913"/>
            <a:ext cx="34575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2. Taxonomia de Bloom 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772025" y="1904238"/>
            <a:ext cx="34575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Anderson et al., 2001 </a:t>
            </a:r>
            <a:endParaRPr lang="en-US" sz="732" dirty="0"/>
          </a:p>
        </p:txBody>
      </p:sp>
      <p:sp>
        <p:nvSpPr>
          <p:cNvPr id="15" name="Text 12"/>
          <p:cNvSpPr/>
          <p:nvPr/>
        </p:nvSpPr>
        <p:spPr>
          <a:xfrm>
            <a:off x="4772025" y="2111407"/>
            <a:ext cx="5377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Princípio:</a:t>
            </a:r>
            <a:endParaRPr lang="en-US" sz="837" dirty="0"/>
          </a:p>
        </p:txBody>
      </p:sp>
      <p:sp>
        <p:nvSpPr>
          <p:cNvPr id="16" name="Text 13"/>
          <p:cNvSpPr/>
          <p:nvPr/>
        </p:nvSpPr>
        <p:spPr>
          <a:xfrm>
            <a:off x="5309815" y="2111407"/>
            <a:ext cx="269852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Hierarquia cognitiva (Lembrar → Compreender → </a:t>
            </a:r>
            <a:endParaRPr lang="en-US" sz="837" dirty="0"/>
          </a:p>
        </p:txBody>
      </p:sp>
      <p:sp>
        <p:nvSpPr>
          <p:cNvPr id="17" name="Text 14"/>
          <p:cNvSpPr/>
          <p:nvPr/>
        </p:nvSpPr>
        <p:spPr>
          <a:xfrm>
            <a:off x="4772025" y="2282857"/>
            <a:ext cx="14740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Aplicar → Analisar → Criar). 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4772025" y="2704338"/>
            <a:ext cx="34575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Para medir a profundidade do conhecimento técnico </a:t>
            </a:r>
            <a:endParaRPr lang="en-US" sz="837" dirty="0"/>
          </a:p>
        </p:txBody>
      </p:sp>
      <p:sp>
        <p:nvSpPr>
          <p:cNvPr id="19" name="Shape 16"/>
          <p:cNvSpPr/>
          <p:nvPr/>
        </p:nvSpPr>
        <p:spPr>
          <a:xfrm>
            <a:off x="571500" y="2940939"/>
            <a:ext cx="3857625" cy="1379601"/>
          </a:xfrm>
          <a:prstGeom prst="rect">
            <a:avLst/>
          </a:prstGeom>
          <a:solidFill>
            <a:srgbClr val="F0C14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0" name="Text 17"/>
          <p:cNvSpPr/>
          <p:nvPr/>
        </p:nvSpPr>
        <p:spPr>
          <a:xfrm>
            <a:off x="771525" y="3034665"/>
            <a:ext cx="34575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3. Modelo Dreyfus 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71525" y="3348990"/>
            <a:ext cx="34575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Dreyfus &amp; Dreyfus, 1980 - UC Berkeley </a:t>
            </a:r>
            <a:endParaRPr lang="en-US" sz="732" dirty="0"/>
          </a:p>
        </p:txBody>
      </p:sp>
      <p:sp>
        <p:nvSpPr>
          <p:cNvPr id="22" name="Text 19"/>
          <p:cNvSpPr/>
          <p:nvPr/>
        </p:nvSpPr>
        <p:spPr>
          <a:xfrm>
            <a:off x="771525" y="3556159"/>
            <a:ext cx="5377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Princípio:</a:t>
            </a:r>
            <a:endParaRPr lang="en-US" sz="837" dirty="0"/>
          </a:p>
        </p:txBody>
      </p:sp>
      <p:sp>
        <p:nvSpPr>
          <p:cNvPr id="23" name="Text 20"/>
          <p:cNvSpPr/>
          <p:nvPr/>
        </p:nvSpPr>
        <p:spPr>
          <a:xfrm>
            <a:off x="1309315" y="3556159"/>
            <a:ext cx="24955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Evolução do domínio em 5 estágios (Novice → </a:t>
            </a:r>
            <a:endParaRPr lang="en-US" sz="837" dirty="0"/>
          </a:p>
        </p:txBody>
      </p:sp>
      <p:sp>
        <p:nvSpPr>
          <p:cNvPr id="24" name="Text 21"/>
          <p:cNvSpPr/>
          <p:nvPr/>
        </p:nvSpPr>
        <p:spPr>
          <a:xfrm>
            <a:off x="771525" y="3727609"/>
            <a:ext cx="4121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Expert). </a:t>
            </a:r>
            <a:endParaRPr lang="en-US" sz="837" dirty="0"/>
          </a:p>
        </p:txBody>
      </p:sp>
      <p:sp>
        <p:nvSpPr>
          <p:cNvPr id="25" name="Text 22"/>
          <p:cNvSpPr/>
          <p:nvPr/>
        </p:nvSpPr>
        <p:spPr>
          <a:xfrm>
            <a:off x="771525" y="3977640"/>
            <a:ext cx="3457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Para classificar o nível de maturidade e autonomia profissional </a:t>
            </a:r>
            <a:endParaRPr lang="en-US" sz="837" dirty="0"/>
          </a:p>
        </p:txBody>
      </p:sp>
      <p:sp>
        <p:nvSpPr>
          <p:cNvPr id="26" name="Shape 23"/>
          <p:cNvSpPr/>
          <p:nvPr/>
        </p:nvSpPr>
        <p:spPr>
          <a:xfrm>
            <a:off x="4572000" y="2940939"/>
            <a:ext cx="3857625" cy="1379601"/>
          </a:xfrm>
          <a:prstGeom prst="rect">
            <a:avLst/>
          </a:prstGeom>
          <a:solidFill>
            <a:srgbClr val="B4D3C1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7" name="Text 24"/>
          <p:cNvSpPr/>
          <p:nvPr/>
        </p:nvSpPr>
        <p:spPr>
          <a:xfrm>
            <a:off x="4772025" y="3034665"/>
            <a:ext cx="34575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4. Big Five (OCEAN) 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4772025" y="3348990"/>
            <a:ext cx="34575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Goldberg, 1992 </a:t>
            </a:r>
            <a:endParaRPr lang="en-US" sz="732" dirty="0"/>
          </a:p>
        </p:txBody>
      </p:sp>
      <p:sp>
        <p:nvSpPr>
          <p:cNvPr id="29" name="Text 26"/>
          <p:cNvSpPr/>
          <p:nvPr/>
        </p:nvSpPr>
        <p:spPr>
          <a:xfrm>
            <a:off x="4772025" y="3556159"/>
            <a:ext cx="5377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Princípio:</a:t>
            </a:r>
            <a:endParaRPr lang="en-US" sz="837" dirty="0"/>
          </a:p>
        </p:txBody>
      </p:sp>
      <p:sp>
        <p:nvSpPr>
          <p:cNvPr id="30" name="Text 27"/>
          <p:cNvSpPr/>
          <p:nvPr/>
        </p:nvSpPr>
        <p:spPr>
          <a:xfrm>
            <a:off x="5309815" y="3556159"/>
            <a:ext cx="24173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Cinco traços comportamentais preditores de </a:t>
            </a:r>
            <a:endParaRPr lang="en-US" sz="837" dirty="0"/>
          </a:p>
        </p:txBody>
      </p:sp>
      <p:sp>
        <p:nvSpPr>
          <p:cNvPr id="31" name="Text 28"/>
          <p:cNvSpPr/>
          <p:nvPr/>
        </p:nvSpPr>
        <p:spPr>
          <a:xfrm>
            <a:off x="4772025" y="3727609"/>
            <a:ext cx="7292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performance. </a:t>
            </a:r>
            <a:endParaRPr lang="en-US" sz="837" dirty="0"/>
          </a:p>
        </p:txBody>
      </p:sp>
      <p:sp>
        <p:nvSpPr>
          <p:cNvPr id="32" name="Text 29"/>
          <p:cNvSpPr/>
          <p:nvPr/>
        </p:nvSpPr>
        <p:spPr>
          <a:xfrm>
            <a:off x="4772025" y="4149090"/>
            <a:ext cx="34575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Para avaliar a aderência comportamental e o fit cultural </a:t>
            </a:r>
            <a:endParaRPr lang="en-US" sz="837" dirty="0"/>
          </a:p>
        </p:txBody>
      </p:sp>
      <p:sp>
        <p:nvSpPr>
          <p:cNvPr id="33" name="Shape 30"/>
          <p:cNvSpPr/>
          <p:nvPr/>
        </p:nvSpPr>
        <p:spPr>
          <a:xfrm>
            <a:off x="2611236" y="4454271"/>
            <a:ext cx="3921500" cy="485775"/>
          </a:xfrm>
          <a:prstGeom prst="rect">
            <a:avLst/>
          </a:prstGeom>
          <a:solidFill>
            <a:srgbClr val="74A8D2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4" name="Text 31"/>
          <p:cNvSpPr/>
          <p:nvPr/>
        </p:nvSpPr>
        <p:spPr>
          <a:xfrm>
            <a:off x="2954136" y="4568571"/>
            <a:ext cx="3235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8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= WSI (WeDoTalent Skill Index) </a:t>
            </a:r>
            <a:endParaRPr lang="en-US" sz="168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720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57200"/>
            <a:ext cx="8001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A LIA em Ação: Uma Conversa que Gera Dados 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71500" y="1028700"/>
            <a:ext cx="4857750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Através de uma conversa natural e engajadora via WhatsApp ou WebApp, nossa IA aplica diferentes tipos de perguntas, cada uma com um objetivo específico, para extrair evidências reais de competência. 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571500" y="2043113"/>
            <a:ext cx="1618562" cy="246459"/>
          </a:xfrm>
          <a:prstGeom prst="rect">
            <a:avLst/>
          </a:prstGeom>
          <a:solidFill>
            <a:srgbClr val="F3B9A9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85800" y="2114550"/>
            <a:ext cx="133945" cy="1071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6895" y="2093119"/>
            <a:ext cx="119886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Perguntas de Contexto </a:t>
            </a:r>
            <a:endParaRPr lang="en-US" sz="785" dirty="0"/>
          </a:p>
        </p:txBody>
      </p:sp>
      <p:sp>
        <p:nvSpPr>
          <p:cNvPr id="8" name="Text 4"/>
          <p:cNvSpPr/>
          <p:nvPr/>
        </p:nvSpPr>
        <p:spPr>
          <a:xfrm>
            <a:off x="571500" y="2375297"/>
            <a:ext cx="48577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validar aplicação real em projetos passados e experiências concretas. 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571500" y="2746772"/>
            <a:ext cx="1424090" cy="246459"/>
          </a:xfrm>
          <a:prstGeom prst="rect">
            <a:avLst/>
          </a:prstGeom>
          <a:solidFill>
            <a:srgbClr val="B4D3C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85800" y="2818209"/>
            <a:ext cx="133945" cy="1071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6895" y="2796778"/>
            <a:ext cx="100439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Perguntas Técnicas </a:t>
            </a:r>
            <a:endParaRPr lang="en-US" sz="785" dirty="0"/>
          </a:p>
        </p:txBody>
      </p:sp>
      <p:sp>
        <p:nvSpPr>
          <p:cNvPr id="12" name="Text 7"/>
          <p:cNvSpPr/>
          <p:nvPr/>
        </p:nvSpPr>
        <p:spPr>
          <a:xfrm>
            <a:off x="571500" y="3078956"/>
            <a:ext cx="48577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testar lógica, raciocínio prático e profundidade de conhecimento. </a:t>
            </a:r>
            <a:endParaRPr lang="en-US" sz="942" dirty="0"/>
          </a:p>
        </p:txBody>
      </p:sp>
      <p:sp>
        <p:nvSpPr>
          <p:cNvPr id="13" name="Shape 8"/>
          <p:cNvSpPr/>
          <p:nvPr/>
        </p:nvSpPr>
        <p:spPr>
          <a:xfrm>
            <a:off x="571500" y="3450431"/>
            <a:ext cx="1616106" cy="246459"/>
          </a:xfrm>
          <a:prstGeom prst="rect">
            <a:avLst/>
          </a:prstGeom>
          <a:solidFill>
            <a:srgbClr val="E3B868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85800" y="3521869"/>
            <a:ext cx="133945" cy="1071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76895" y="3500438"/>
            <a:ext cx="119641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Perguntas Situacionais </a:t>
            </a:r>
            <a:endParaRPr lang="en-US" sz="785" dirty="0"/>
          </a:p>
        </p:txBody>
      </p:sp>
      <p:sp>
        <p:nvSpPr>
          <p:cNvPr id="16" name="Text 10"/>
          <p:cNvSpPr/>
          <p:nvPr/>
        </p:nvSpPr>
        <p:spPr>
          <a:xfrm>
            <a:off x="571500" y="3782616"/>
            <a:ext cx="48577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avaliar comportamento, fit cultural e soft skills essenciais. </a:t>
            </a:r>
            <a:endParaRPr lang="en-US" sz="942" dirty="0"/>
          </a:p>
        </p:txBody>
      </p:sp>
      <p:sp>
        <p:nvSpPr>
          <p:cNvPr id="17" name="Text 11"/>
          <p:cNvSpPr/>
          <p:nvPr/>
        </p:nvSpPr>
        <p:spPr>
          <a:xfrm>
            <a:off x="571500" y="4211241"/>
            <a:ext cx="4857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74A8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Deixamos de lado perguntas hipotéticas e focamos em evidências comportamentais e técnicas validadas por décadas de pesquisa. </a:t>
            </a:r>
            <a:endParaRPr lang="en-US" sz="942" dirty="0"/>
          </a:p>
        </p:txBody>
      </p:sp>
      <p:sp>
        <p:nvSpPr>
          <p:cNvPr id="18" name="Shape 12"/>
          <p:cNvSpPr/>
          <p:nvPr/>
        </p:nvSpPr>
        <p:spPr>
          <a:xfrm>
            <a:off x="5929313" y="882396"/>
            <a:ext cx="2286000" cy="4143375"/>
          </a:xfrm>
          <a:prstGeom prst="rect">
            <a:avLst/>
          </a:prstGeom>
          <a:solidFill>
            <a:srgbClr val="F3EBE1"/>
          </a:solidFill>
          <a:ln w="79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Shape 13"/>
          <p:cNvSpPr/>
          <p:nvPr/>
        </p:nvSpPr>
        <p:spPr>
          <a:xfrm>
            <a:off x="5929313" y="882396"/>
            <a:ext cx="2286000" cy="400050"/>
          </a:xfrm>
          <a:prstGeom prst="rect">
            <a:avLst/>
          </a:prstGeom>
          <a:solidFill>
            <a:srgbClr val="74A8D2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531732" y="1030629"/>
            <a:ext cx="88906" cy="1143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677788" y="1003840"/>
            <a:ext cx="9351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LIA - WedoTalent </a:t>
            </a:r>
            <a:endParaRPr lang="en-US" sz="837" dirty="0"/>
          </a:p>
        </p:txBody>
      </p:sp>
      <p:sp>
        <p:nvSpPr>
          <p:cNvPr id="22" name="Shape 15"/>
          <p:cNvSpPr/>
          <p:nvPr/>
        </p:nvSpPr>
        <p:spPr>
          <a:xfrm>
            <a:off x="6015038" y="1468184"/>
            <a:ext cx="1857375" cy="6215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3" name="Text 16"/>
          <p:cNvSpPr/>
          <p:nvPr/>
        </p:nvSpPr>
        <p:spPr>
          <a:xfrm>
            <a:off x="6015038" y="1468184"/>
            <a:ext cx="1857375" cy="621506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Olá! Vou fazer algumas perguntas sobre suas competências. De 1 a 5, quanto você domina Python? </a:t>
            </a:r>
            <a:endParaRPr lang="en-US" sz="732" dirty="0"/>
          </a:p>
        </p:txBody>
      </p:sp>
      <p:sp>
        <p:nvSpPr>
          <p:cNvPr id="24" name="Shape 17"/>
          <p:cNvSpPr/>
          <p:nvPr/>
        </p:nvSpPr>
        <p:spPr>
          <a:xfrm>
            <a:off x="6272213" y="2161127"/>
            <a:ext cx="1857375" cy="321469"/>
          </a:xfrm>
          <a:prstGeom prst="rect">
            <a:avLst/>
          </a:prstGeom>
          <a:solidFill>
            <a:srgbClr val="B4C8E2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5" name="Text 18"/>
          <p:cNvSpPr/>
          <p:nvPr/>
        </p:nvSpPr>
        <p:spPr>
          <a:xfrm>
            <a:off x="6272213" y="2161127"/>
            <a:ext cx="1857375" cy="321469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4 - Tenho bastante experiência </a:t>
            </a:r>
            <a:endParaRPr lang="en-US" sz="732" dirty="0"/>
          </a:p>
        </p:txBody>
      </p:sp>
      <p:sp>
        <p:nvSpPr>
          <p:cNvPr id="26" name="Shape 19"/>
          <p:cNvSpPr/>
          <p:nvPr/>
        </p:nvSpPr>
        <p:spPr>
          <a:xfrm>
            <a:off x="6015038" y="2554034"/>
            <a:ext cx="1857375" cy="6215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7" name="Text 20"/>
          <p:cNvSpPr/>
          <p:nvPr/>
        </p:nvSpPr>
        <p:spPr>
          <a:xfrm>
            <a:off x="6015038" y="2554034"/>
            <a:ext cx="1857375" cy="621506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Ótimo! Agora me conte sobre um projeto complexo onde você aplicou Python. </a:t>
            </a:r>
            <a:endParaRPr lang="en-US" sz="732" dirty="0"/>
          </a:p>
        </p:txBody>
      </p:sp>
      <p:sp>
        <p:nvSpPr>
          <p:cNvPr id="28" name="Shape 21"/>
          <p:cNvSpPr/>
          <p:nvPr/>
        </p:nvSpPr>
        <p:spPr>
          <a:xfrm>
            <a:off x="6272213" y="3246977"/>
            <a:ext cx="1857375" cy="471488"/>
          </a:xfrm>
          <a:prstGeom prst="rect">
            <a:avLst/>
          </a:prstGeom>
          <a:solidFill>
            <a:srgbClr val="B4C8E2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9" name="Text 22"/>
          <p:cNvSpPr/>
          <p:nvPr/>
        </p:nvSpPr>
        <p:spPr>
          <a:xfrm>
            <a:off x="6272213" y="3246977"/>
            <a:ext cx="1857375" cy="471488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Desenvolvi um sistema de análise de dados para... </a:t>
            </a:r>
            <a:endParaRPr lang="en-US" sz="732" dirty="0"/>
          </a:p>
        </p:txBody>
      </p:sp>
      <p:sp>
        <p:nvSpPr>
          <p:cNvPr id="30" name="Shape 23"/>
          <p:cNvSpPr/>
          <p:nvPr/>
        </p:nvSpPr>
        <p:spPr>
          <a:xfrm>
            <a:off x="6015038" y="3789902"/>
            <a:ext cx="1857375" cy="6215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1" name="Text 24"/>
          <p:cNvSpPr/>
          <p:nvPr/>
        </p:nvSpPr>
        <p:spPr>
          <a:xfrm>
            <a:off x="6015038" y="3789902"/>
            <a:ext cx="1857375" cy="621506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Perfeito! Se você trocar um LEFT JOIN por INNER JOIN em uma query, qual o impacto esperado? </a:t>
            </a:r>
            <a:endParaRPr lang="en-US" sz="732" dirty="0"/>
          </a:p>
        </p:txBody>
      </p:sp>
      <p:sp>
        <p:nvSpPr>
          <p:cNvPr id="32" name="Shape 25"/>
          <p:cNvSpPr/>
          <p:nvPr/>
        </p:nvSpPr>
        <p:spPr>
          <a:xfrm>
            <a:off x="6272213" y="4482846"/>
            <a:ext cx="1857375" cy="621506"/>
          </a:xfrm>
          <a:prstGeom prst="rect">
            <a:avLst/>
          </a:prstGeom>
          <a:solidFill>
            <a:srgbClr val="B4C8E2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3" name="Text 26"/>
          <p:cNvSpPr/>
          <p:nvPr/>
        </p:nvSpPr>
        <p:spPr>
          <a:xfrm>
            <a:off x="6272213" y="4482846"/>
            <a:ext cx="1857375" cy="621506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 INNER JOIN retorna apenas registros com correspondência em ambas... </a:t>
            </a:r>
            <a:endParaRPr lang="en-US" sz="73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0934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57200"/>
            <a:ext cx="8001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Redução de Viés Inconsciente 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71500" y="914400"/>
            <a:ext cx="800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Promovendo Diversidade e Decisões Mais Justas 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571500" y="1216152"/>
            <a:ext cx="7858125" cy="535781"/>
          </a:xfrm>
          <a:prstGeom prst="rect">
            <a:avLst/>
          </a:prstGeom>
          <a:solidFill>
            <a:srgbClr val="74A8D2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Text 3"/>
          <p:cNvSpPr/>
          <p:nvPr/>
        </p:nvSpPr>
        <p:spPr>
          <a:xfrm>
            <a:off x="771525" y="1387602"/>
            <a:ext cx="329259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Mecanismo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4278437" y="1387602"/>
            <a:ext cx="39511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Benefício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571500" y="1777507"/>
            <a:ext cx="7858125" cy="542925"/>
          </a:xfrm>
          <a:prstGeom prst="rect">
            <a:avLst/>
          </a:prstGeom>
          <a:solidFill>
            <a:srgbClr val="F3EBE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71525" y="1962745"/>
            <a:ext cx="100040" cy="128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57290" y="1897594"/>
            <a:ext cx="171240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C744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Padronização de Perguntas 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4278437" y="1885093"/>
            <a:ext cx="3951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Todos os candidatos respondem às mesmas perguntas, eliminando variabilidade entre avaliadores </a:t>
            </a:r>
            <a:endParaRPr lang="en-US" sz="837" dirty="0"/>
          </a:p>
        </p:txBody>
      </p:sp>
      <p:sp>
        <p:nvSpPr>
          <p:cNvPr id="12" name="Shape 8"/>
          <p:cNvSpPr/>
          <p:nvPr/>
        </p:nvSpPr>
        <p:spPr>
          <a:xfrm>
            <a:off x="571500" y="2379440"/>
            <a:ext cx="7858125" cy="542925"/>
          </a:xfrm>
          <a:prstGeom prst="rect">
            <a:avLst/>
          </a:prstGeom>
          <a:solidFill>
            <a:srgbClr val="F3B9A9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71525" y="2591967"/>
            <a:ext cx="100040" cy="128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57290" y="2563392"/>
            <a:ext cx="116565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74A8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Critérios Objetivos </a:t>
            </a:r>
            <a:endParaRPr lang="en-US" sz="942" dirty="0"/>
          </a:p>
        </p:txBody>
      </p:sp>
      <p:sp>
        <p:nvSpPr>
          <p:cNvPr id="15" name="Text 10"/>
          <p:cNvSpPr/>
          <p:nvPr/>
        </p:nvSpPr>
        <p:spPr>
          <a:xfrm>
            <a:off x="4278437" y="2550890"/>
            <a:ext cx="39511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Rubricas claras reduzem interpretação subjetiva e primeiras impressões </a:t>
            </a:r>
            <a:endParaRPr lang="en-US" sz="837" dirty="0"/>
          </a:p>
        </p:txBody>
      </p:sp>
      <p:sp>
        <p:nvSpPr>
          <p:cNvPr id="16" name="Shape 11"/>
          <p:cNvSpPr/>
          <p:nvPr/>
        </p:nvSpPr>
        <p:spPr>
          <a:xfrm>
            <a:off x="571500" y="2993803"/>
            <a:ext cx="7858125" cy="542925"/>
          </a:xfrm>
          <a:prstGeom prst="rect">
            <a:avLst/>
          </a:prstGeom>
          <a:solidFill>
            <a:srgbClr val="B4C8E2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71525" y="3206329"/>
            <a:ext cx="100040" cy="1285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57290" y="3177754"/>
            <a:ext cx="167808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E17B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Análise Baseada em Dados </a:t>
            </a:r>
            <a:endParaRPr lang="en-US" sz="942" dirty="0"/>
          </a:p>
        </p:txBody>
      </p:sp>
      <p:sp>
        <p:nvSpPr>
          <p:cNvPr id="19" name="Text 13"/>
          <p:cNvSpPr/>
          <p:nvPr/>
        </p:nvSpPr>
        <p:spPr>
          <a:xfrm>
            <a:off x="4278437" y="3165253"/>
            <a:ext cx="39511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Foco em evidências concretas, não em feeling ou afinidade pessoal </a:t>
            </a:r>
            <a:endParaRPr lang="en-US" sz="837" dirty="0"/>
          </a:p>
        </p:txBody>
      </p:sp>
      <p:sp>
        <p:nvSpPr>
          <p:cNvPr id="20" name="Shape 14"/>
          <p:cNvSpPr/>
          <p:nvPr/>
        </p:nvSpPr>
        <p:spPr>
          <a:xfrm>
            <a:off x="571500" y="3608165"/>
            <a:ext cx="7858125" cy="542925"/>
          </a:xfrm>
          <a:prstGeom prst="rect">
            <a:avLst/>
          </a:prstGeom>
          <a:solidFill>
            <a:srgbClr val="B4D3C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3820692"/>
            <a:ext cx="100040" cy="1285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57290" y="3792117"/>
            <a:ext cx="8845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E3B8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Anonimização </a:t>
            </a:r>
            <a:endParaRPr lang="en-US" sz="942" dirty="0"/>
          </a:p>
        </p:txBody>
      </p:sp>
      <p:sp>
        <p:nvSpPr>
          <p:cNvPr id="23" name="Text 16"/>
          <p:cNvSpPr/>
          <p:nvPr/>
        </p:nvSpPr>
        <p:spPr>
          <a:xfrm>
            <a:off x="4278437" y="3779615"/>
            <a:ext cx="39511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Nenhuma variável sensível (raça, gênero, idade) influencia o score </a:t>
            </a:r>
            <a:endParaRPr lang="en-US" sz="837" dirty="0"/>
          </a:p>
        </p:txBody>
      </p:sp>
      <p:sp>
        <p:nvSpPr>
          <p:cNvPr id="24" name="Shape 17"/>
          <p:cNvSpPr/>
          <p:nvPr/>
        </p:nvSpPr>
        <p:spPr>
          <a:xfrm>
            <a:off x="571500" y="4215384"/>
            <a:ext cx="7858125" cy="807194"/>
          </a:xfrm>
          <a:prstGeom prst="rect">
            <a:avLst/>
          </a:prstGeom>
          <a:solidFill>
            <a:srgbClr val="F3EBE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4357830"/>
            <a:ext cx="177812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20787" y="4289965"/>
            <a:ext cx="70802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Evidência Científica</a:t>
            </a:r>
            <a:endParaRPr lang="en-US" sz="942" dirty="0"/>
          </a:p>
        </p:txBody>
      </p:sp>
      <p:sp>
        <p:nvSpPr>
          <p:cNvPr id="27" name="Text 19"/>
          <p:cNvSpPr/>
          <p:nvPr/>
        </p:nvSpPr>
        <p:spPr>
          <a:xfrm>
            <a:off x="1120787" y="4473988"/>
            <a:ext cx="708023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Estudos demonstram que entrevistas estruturadas reduzem significativamente o gap de pontuação entre grupos demográficos, promovendo maior equidade no processo seletivo. Processos mais justos e transparentes fortalecem a marca empregadora e reduzem riscos legais. </a:t>
            </a:r>
            <a:endParaRPr lang="en-US" sz="83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506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57200"/>
            <a:ext cx="8001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O Poder do Score: WeDoTalent Skill Index (WSI) 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71500" y="861822"/>
            <a:ext cx="714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Cada resposta é analisada pela IA, que gera um score para cada competência. A combinação desses scores gera o WSI, um índice único que reflete a aderência do candidato à vaga. </a:t>
            </a:r>
            <a:endParaRPr lang="en-US" sz="1046" dirty="0"/>
          </a:p>
        </p:txBody>
      </p:sp>
      <p:sp>
        <p:nvSpPr>
          <p:cNvPr id="5" name="Text 2"/>
          <p:cNvSpPr/>
          <p:nvPr/>
        </p:nvSpPr>
        <p:spPr>
          <a:xfrm>
            <a:off x="571500" y="1328166"/>
            <a:ext cx="33575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Classificação do Score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71500" y="1699641"/>
            <a:ext cx="3357563" cy="62865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" name="Shape 4"/>
          <p:cNvSpPr/>
          <p:nvPr/>
        </p:nvSpPr>
        <p:spPr>
          <a:xfrm>
            <a:off x="571500" y="1699641"/>
            <a:ext cx="42863" cy="62865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5"/>
          <p:cNvSpPr/>
          <p:nvPr/>
        </p:nvSpPr>
        <p:spPr>
          <a:xfrm>
            <a:off x="714375" y="1813941"/>
            <a:ext cx="30718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7D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Excelente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714375" y="2042541"/>
            <a:ext cx="30718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Especialista com domínio avançado</a:t>
            </a:r>
            <a:endParaRPr lang="en-US" sz="837" dirty="0"/>
          </a:p>
        </p:txBody>
      </p:sp>
      <p:sp>
        <p:nvSpPr>
          <p:cNvPr id="10" name="Shape 7"/>
          <p:cNvSpPr/>
          <p:nvPr/>
        </p:nvSpPr>
        <p:spPr>
          <a:xfrm>
            <a:off x="571500" y="2414016"/>
            <a:ext cx="3357563" cy="62865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1" name="Shape 8"/>
          <p:cNvSpPr/>
          <p:nvPr/>
        </p:nvSpPr>
        <p:spPr>
          <a:xfrm>
            <a:off x="571500" y="2414016"/>
            <a:ext cx="42863" cy="628650"/>
          </a:xfrm>
          <a:prstGeom prst="rect">
            <a:avLst/>
          </a:prstGeom>
          <a:solidFill>
            <a:srgbClr val="74A8D2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2" name="Text 9"/>
          <p:cNvSpPr/>
          <p:nvPr/>
        </p:nvSpPr>
        <p:spPr>
          <a:xfrm>
            <a:off x="714375" y="2528316"/>
            <a:ext cx="30718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1976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Alto</a:t>
            </a: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714375" y="2756916"/>
            <a:ext cx="30718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Profissional autônomo e competente</a:t>
            </a:r>
            <a:endParaRPr lang="en-US" sz="837" dirty="0"/>
          </a:p>
        </p:txBody>
      </p:sp>
      <p:sp>
        <p:nvSpPr>
          <p:cNvPr id="14" name="Shape 11"/>
          <p:cNvSpPr/>
          <p:nvPr/>
        </p:nvSpPr>
        <p:spPr>
          <a:xfrm>
            <a:off x="571500" y="3128391"/>
            <a:ext cx="3357563" cy="628650"/>
          </a:xfrm>
          <a:prstGeom prst="rect">
            <a:avLst/>
          </a:prstGeom>
          <a:solidFill>
            <a:srgbClr val="FFF9E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5" name="Shape 12"/>
          <p:cNvSpPr/>
          <p:nvPr/>
        </p:nvSpPr>
        <p:spPr>
          <a:xfrm>
            <a:off x="571500" y="3128391"/>
            <a:ext cx="42863" cy="628650"/>
          </a:xfrm>
          <a:prstGeom prst="rect">
            <a:avLst/>
          </a:prstGeom>
          <a:solidFill>
            <a:srgbClr val="F0C14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6" name="Text 13"/>
          <p:cNvSpPr/>
          <p:nvPr/>
        </p:nvSpPr>
        <p:spPr>
          <a:xfrm>
            <a:off x="714375" y="3242691"/>
            <a:ext cx="30718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E3B8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Médio</a:t>
            </a:r>
            <a:endParaRPr lang="en-US" sz="1046" dirty="0"/>
          </a:p>
        </p:txBody>
      </p:sp>
      <p:sp>
        <p:nvSpPr>
          <p:cNvPr id="17" name="Text 14"/>
          <p:cNvSpPr/>
          <p:nvPr/>
        </p:nvSpPr>
        <p:spPr>
          <a:xfrm>
            <a:off x="714375" y="3471291"/>
            <a:ext cx="30718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Profissional em desenvolvimento</a:t>
            </a:r>
            <a:endParaRPr lang="en-US" sz="837" dirty="0"/>
          </a:p>
        </p:txBody>
      </p:sp>
      <p:sp>
        <p:nvSpPr>
          <p:cNvPr id="18" name="Shape 15"/>
          <p:cNvSpPr/>
          <p:nvPr/>
        </p:nvSpPr>
        <p:spPr>
          <a:xfrm>
            <a:off x="571500" y="3842766"/>
            <a:ext cx="3357563" cy="62865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9" name="Shape 16"/>
          <p:cNvSpPr/>
          <p:nvPr/>
        </p:nvSpPr>
        <p:spPr>
          <a:xfrm>
            <a:off x="571500" y="3842766"/>
            <a:ext cx="42863" cy="628650"/>
          </a:xfrm>
          <a:prstGeom prst="rect">
            <a:avLst/>
          </a:prstGeom>
          <a:solidFill>
            <a:srgbClr val="C7444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0" name="Text 17"/>
          <p:cNvSpPr/>
          <p:nvPr/>
        </p:nvSpPr>
        <p:spPr>
          <a:xfrm>
            <a:off x="714375" y="3957066"/>
            <a:ext cx="30718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C744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Abaixo da Expectativa</a:t>
            </a:r>
            <a:endParaRPr lang="en-US" sz="1046" dirty="0"/>
          </a:p>
        </p:txBody>
      </p:sp>
      <p:sp>
        <p:nvSpPr>
          <p:cNvPr id="21" name="Text 18"/>
          <p:cNvSpPr/>
          <p:nvPr/>
        </p:nvSpPr>
        <p:spPr>
          <a:xfrm>
            <a:off x="714375" y="4185666"/>
            <a:ext cx="30718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Gap crítico de competências</a:t>
            </a:r>
            <a:endParaRPr lang="en-US" sz="837" dirty="0"/>
          </a:p>
        </p:txBody>
      </p:sp>
      <p:sp>
        <p:nvSpPr>
          <p:cNvPr id="22" name="Text 19"/>
          <p:cNvSpPr/>
          <p:nvPr/>
        </p:nvSpPr>
        <p:spPr>
          <a:xfrm>
            <a:off x="571500" y="4540282"/>
            <a:ext cx="5630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Benefício:</a:t>
            </a:r>
            <a:endParaRPr lang="en-US" sz="837" dirty="0"/>
          </a:p>
        </p:txBody>
      </p:sp>
      <p:sp>
        <p:nvSpPr>
          <p:cNvPr id="23" name="Text 20"/>
          <p:cNvSpPr/>
          <p:nvPr/>
        </p:nvSpPr>
        <p:spPr>
          <a:xfrm>
            <a:off x="1134545" y="4540282"/>
            <a:ext cx="22039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Você recebe um ranking claro e objetivo, </a:t>
            </a:r>
            <a:endParaRPr lang="en-US" sz="837" dirty="0"/>
          </a:p>
        </p:txBody>
      </p:sp>
      <p:sp>
        <p:nvSpPr>
          <p:cNvPr id="24" name="Text 21"/>
          <p:cNvSpPr/>
          <p:nvPr/>
        </p:nvSpPr>
        <p:spPr>
          <a:xfrm>
            <a:off x="571500" y="4711732"/>
            <a:ext cx="31633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permitindo focar seu tempo nos candidatos que realmente </a:t>
            </a:r>
            <a:endParaRPr lang="en-US" sz="837" dirty="0"/>
          </a:p>
        </p:txBody>
      </p:sp>
      <p:sp>
        <p:nvSpPr>
          <p:cNvPr id="25" name="Text 22"/>
          <p:cNvSpPr/>
          <p:nvPr/>
        </p:nvSpPr>
        <p:spPr>
          <a:xfrm>
            <a:off x="571500" y="4883182"/>
            <a:ext cx="17060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têm o potencial para performar. </a:t>
            </a:r>
            <a:endParaRPr lang="en-US" sz="837" dirty="0"/>
          </a:p>
        </p:txBody>
      </p:sp>
      <p:sp>
        <p:nvSpPr>
          <p:cNvPr id="26" name="Text 23"/>
          <p:cNvSpPr/>
          <p:nvPr/>
        </p:nvSpPr>
        <p:spPr>
          <a:xfrm>
            <a:off x="4286250" y="1309878"/>
            <a:ext cx="42862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Ranking de Candidatos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4286250" y="1681353"/>
            <a:ext cx="4286250" cy="3228975"/>
          </a:xfrm>
          <a:prstGeom prst="rect">
            <a:avLst/>
          </a:prstGeom>
          <a:solidFill>
            <a:srgbClr val="FAFAFA"/>
          </a:solidFill>
          <a:ln w="198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8" name="Shape 25"/>
          <p:cNvSpPr/>
          <p:nvPr/>
        </p:nvSpPr>
        <p:spPr>
          <a:xfrm>
            <a:off x="4286250" y="1681353"/>
            <a:ext cx="4286250" cy="357188"/>
          </a:xfrm>
          <a:prstGeom prst="rect">
            <a:avLst/>
          </a:prstGeom>
          <a:solidFill>
            <a:srgbClr val="F3EBE1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9" name="Shape 26"/>
          <p:cNvSpPr/>
          <p:nvPr/>
        </p:nvSpPr>
        <p:spPr>
          <a:xfrm>
            <a:off x="4286250" y="2031397"/>
            <a:ext cx="4286250" cy="7144"/>
          </a:xfrm>
          <a:prstGeom prst="rect">
            <a:avLst/>
          </a:prstGeom>
          <a:solidFill>
            <a:srgbClr val="DCDCD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0" name="Text 27"/>
          <p:cNvSpPr/>
          <p:nvPr/>
        </p:nvSpPr>
        <p:spPr>
          <a:xfrm>
            <a:off x="4429125" y="1781366"/>
            <a:ext cx="3571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</a:t>
            </a:r>
            <a:endParaRPr lang="en-US" sz="732" dirty="0"/>
          </a:p>
        </p:txBody>
      </p:sp>
      <p:sp>
        <p:nvSpPr>
          <p:cNvPr id="31" name="Text 28"/>
          <p:cNvSpPr/>
          <p:nvPr/>
        </p:nvSpPr>
        <p:spPr>
          <a:xfrm>
            <a:off x="4900613" y="1781366"/>
            <a:ext cx="20002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Candidato</a:t>
            </a:r>
            <a:endParaRPr lang="en-US" sz="732" dirty="0"/>
          </a:p>
        </p:txBody>
      </p:sp>
      <p:sp>
        <p:nvSpPr>
          <p:cNvPr id="32" name="Text 29"/>
          <p:cNvSpPr/>
          <p:nvPr/>
        </p:nvSpPr>
        <p:spPr>
          <a:xfrm>
            <a:off x="7015163" y="1781366"/>
            <a:ext cx="8572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WSI Score</a:t>
            </a:r>
            <a:endParaRPr lang="en-US" sz="732" dirty="0"/>
          </a:p>
        </p:txBody>
      </p:sp>
      <p:sp>
        <p:nvSpPr>
          <p:cNvPr id="33" name="Text 30"/>
          <p:cNvSpPr/>
          <p:nvPr/>
        </p:nvSpPr>
        <p:spPr>
          <a:xfrm>
            <a:off x="7986713" y="1781366"/>
            <a:ext cx="571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Status</a:t>
            </a:r>
            <a:endParaRPr lang="en-US" sz="732" dirty="0"/>
          </a:p>
        </p:txBody>
      </p:sp>
      <p:sp>
        <p:nvSpPr>
          <p:cNvPr id="34" name="Shape 31"/>
          <p:cNvSpPr/>
          <p:nvPr/>
        </p:nvSpPr>
        <p:spPr>
          <a:xfrm>
            <a:off x="4286250" y="2031397"/>
            <a:ext cx="4286250" cy="4929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5" name="Shape 32"/>
          <p:cNvSpPr/>
          <p:nvPr/>
        </p:nvSpPr>
        <p:spPr>
          <a:xfrm>
            <a:off x="4286250" y="2517172"/>
            <a:ext cx="4286250" cy="7144"/>
          </a:xfrm>
          <a:prstGeom prst="rect">
            <a:avLst/>
          </a:prstGeom>
          <a:solidFill>
            <a:srgbClr val="DCDCD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6" name="Text 33"/>
          <p:cNvSpPr/>
          <p:nvPr/>
        </p:nvSpPr>
        <p:spPr>
          <a:xfrm>
            <a:off x="4429125" y="2188559"/>
            <a:ext cx="3571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837" dirty="0"/>
          </a:p>
        </p:txBody>
      </p:sp>
      <p:sp>
        <p:nvSpPr>
          <p:cNvPr id="37" name="Text 34"/>
          <p:cNvSpPr/>
          <p:nvPr/>
        </p:nvSpPr>
        <p:spPr>
          <a:xfrm>
            <a:off x="4900613" y="2188559"/>
            <a:ext cx="2000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 Silva</a:t>
            </a:r>
            <a:endParaRPr lang="en-US" sz="837" dirty="0"/>
          </a:p>
        </p:txBody>
      </p:sp>
      <p:sp>
        <p:nvSpPr>
          <p:cNvPr id="38" name="Text 35"/>
          <p:cNvSpPr/>
          <p:nvPr/>
        </p:nvSpPr>
        <p:spPr>
          <a:xfrm>
            <a:off x="7015163" y="2159984"/>
            <a:ext cx="2450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4CAF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4.7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7317321" y="2202847"/>
            <a:ext cx="20443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 5.0</a:t>
            </a:r>
            <a:endParaRPr lang="en-US" sz="732" dirty="0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986713" y="2152841"/>
            <a:ext cx="100013" cy="100013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7986713" y="2277856"/>
            <a:ext cx="4684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4CAF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Aprovado </a:t>
            </a:r>
            <a:endParaRPr lang="en-US" sz="732" dirty="0"/>
          </a:p>
        </p:txBody>
      </p:sp>
      <p:sp>
        <p:nvSpPr>
          <p:cNvPr id="42" name="Shape 38"/>
          <p:cNvSpPr/>
          <p:nvPr/>
        </p:nvSpPr>
        <p:spPr>
          <a:xfrm>
            <a:off x="4286250" y="2517172"/>
            <a:ext cx="4286250" cy="492919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3" name="Shape 39"/>
          <p:cNvSpPr/>
          <p:nvPr/>
        </p:nvSpPr>
        <p:spPr>
          <a:xfrm>
            <a:off x="4286250" y="3002947"/>
            <a:ext cx="4286250" cy="7144"/>
          </a:xfrm>
          <a:prstGeom prst="rect">
            <a:avLst/>
          </a:prstGeom>
          <a:solidFill>
            <a:srgbClr val="DCDCD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4" name="Text 40"/>
          <p:cNvSpPr/>
          <p:nvPr/>
        </p:nvSpPr>
        <p:spPr>
          <a:xfrm>
            <a:off x="4429125" y="2674334"/>
            <a:ext cx="3571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837" dirty="0"/>
          </a:p>
        </p:txBody>
      </p:sp>
      <p:sp>
        <p:nvSpPr>
          <p:cNvPr id="45" name="Text 41"/>
          <p:cNvSpPr/>
          <p:nvPr/>
        </p:nvSpPr>
        <p:spPr>
          <a:xfrm>
            <a:off x="4900613" y="2674334"/>
            <a:ext cx="2000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Carlos Mendes</a:t>
            </a:r>
            <a:endParaRPr lang="en-US" sz="837" dirty="0"/>
          </a:p>
        </p:txBody>
      </p:sp>
      <p:sp>
        <p:nvSpPr>
          <p:cNvPr id="46" name="Text 42"/>
          <p:cNvSpPr/>
          <p:nvPr/>
        </p:nvSpPr>
        <p:spPr>
          <a:xfrm>
            <a:off x="7015163" y="2645759"/>
            <a:ext cx="2450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976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4.3</a:t>
            </a:r>
            <a:endParaRPr lang="en-US" sz="1350" dirty="0"/>
          </a:p>
        </p:txBody>
      </p:sp>
      <p:sp>
        <p:nvSpPr>
          <p:cNvPr id="47" name="Text 43"/>
          <p:cNvSpPr/>
          <p:nvPr/>
        </p:nvSpPr>
        <p:spPr>
          <a:xfrm>
            <a:off x="7317321" y="2688622"/>
            <a:ext cx="20443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 5.0</a:t>
            </a:r>
            <a:endParaRPr lang="en-US" sz="732" dirty="0"/>
          </a:p>
        </p:txBody>
      </p:sp>
      <p:pic>
        <p:nvPicPr>
          <p:cNvPr id="48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986713" y="2638616"/>
            <a:ext cx="100013" cy="100013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7986713" y="2763631"/>
            <a:ext cx="4684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1976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Aprovado </a:t>
            </a:r>
            <a:endParaRPr lang="en-US" sz="732" dirty="0"/>
          </a:p>
        </p:txBody>
      </p:sp>
      <p:sp>
        <p:nvSpPr>
          <p:cNvPr id="50" name="Shape 45"/>
          <p:cNvSpPr/>
          <p:nvPr/>
        </p:nvSpPr>
        <p:spPr>
          <a:xfrm>
            <a:off x="4286250" y="3002947"/>
            <a:ext cx="4286250" cy="4929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1" name="Shape 46"/>
          <p:cNvSpPr/>
          <p:nvPr/>
        </p:nvSpPr>
        <p:spPr>
          <a:xfrm>
            <a:off x="4286250" y="3488722"/>
            <a:ext cx="4286250" cy="7144"/>
          </a:xfrm>
          <a:prstGeom prst="rect">
            <a:avLst/>
          </a:prstGeom>
          <a:solidFill>
            <a:srgbClr val="DCDCD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2" name="Text 47"/>
          <p:cNvSpPr/>
          <p:nvPr/>
        </p:nvSpPr>
        <p:spPr>
          <a:xfrm>
            <a:off x="4429125" y="3160109"/>
            <a:ext cx="3571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837" dirty="0"/>
          </a:p>
        </p:txBody>
      </p:sp>
      <p:sp>
        <p:nvSpPr>
          <p:cNvPr id="53" name="Text 48"/>
          <p:cNvSpPr/>
          <p:nvPr/>
        </p:nvSpPr>
        <p:spPr>
          <a:xfrm>
            <a:off x="4900613" y="3160109"/>
            <a:ext cx="2000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Beatriz Costa</a:t>
            </a:r>
            <a:endParaRPr lang="en-US" sz="837" dirty="0"/>
          </a:p>
        </p:txBody>
      </p:sp>
      <p:sp>
        <p:nvSpPr>
          <p:cNvPr id="54" name="Text 49"/>
          <p:cNvSpPr/>
          <p:nvPr/>
        </p:nvSpPr>
        <p:spPr>
          <a:xfrm>
            <a:off x="7015163" y="3131534"/>
            <a:ext cx="2450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976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4.1</a:t>
            </a:r>
            <a:endParaRPr lang="en-US" sz="1350" dirty="0"/>
          </a:p>
        </p:txBody>
      </p:sp>
      <p:sp>
        <p:nvSpPr>
          <p:cNvPr id="55" name="Text 50"/>
          <p:cNvSpPr/>
          <p:nvPr/>
        </p:nvSpPr>
        <p:spPr>
          <a:xfrm>
            <a:off x="7317321" y="3174397"/>
            <a:ext cx="20443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 5.0</a:t>
            </a:r>
            <a:endParaRPr lang="en-US" sz="732" dirty="0"/>
          </a:p>
        </p:txBody>
      </p:sp>
      <p:pic>
        <p:nvPicPr>
          <p:cNvPr id="56" name="Image 3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986713" y="3124391"/>
            <a:ext cx="100013" cy="100013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7986713" y="3249406"/>
            <a:ext cx="4684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1976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Aprovado </a:t>
            </a:r>
            <a:endParaRPr lang="en-US" sz="732" dirty="0"/>
          </a:p>
        </p:txBody>
      </p:sp>
      <p:sp>
        <p:nvSpPr>
          <p:cNvPr id="58" name="Shape 52"/>
          <p:cNvSpPr/>
          <p:nvPr/>
        </p:nvSpPr>
        <p:spPr>
          <a:xfrm>
            <a:off x="4286250" y="3488722"/>
            <a:ext cx="4286250" cy="435769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9" name="Shape 53"/>
          <p:cNvSpPr/>
          <p:nvPr/>
        </p:nvSpPr>
        <p:spPr>
          <a:xfrm>
            <a:off x="4286250" y="3917347"/>
            <a:ext cx="4286250" cy="7144"/>
          </a:xfrm>
          <a:prstGeom prst="rect">
            <a:avLst/>
          </a:prstGeom>
          <a:solidFill>
            <a:srgbClr val="DCDCD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0" name="Text 54"/>
          <p:cNvSpPr/>
          <p:nvPr/>
        </p:nvSpPr>
        <p:spPr>
          <a:xfrm>
            <a:off x="4429125" y="3617309"/>
            <a:ext cx="3571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837" dirty="0"/>
          </a:p>
        </p:txBody>
      </p:sp>
      <p:sp>
        <p:nvSpPr>
          <p:cNvPr id="61" name="Text 55"/>
          <p:cNvSpPr/>
          <p:nvPr/>
        </p:nvSpPr>
        <p:spPr>
          <a:xfrm>
            <a:off x="4900613" y="3617309"/>
            <a:ext cx="2000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Daniel Oliveira</a:t>
            </a:r>
            <a:endParaRPr lang="en-US" sz="837" dirty="0"/>
          </a:p>
        </p:txBody>
      </p:sp>
      <p:sp>
        <p:nvSpPr>
          <p:cNvPr id="62" name="Text 56"/>
          <p:cNvSpPr/>
          <p:nvPr/>
        </p:nvSpPr>
        <p:spPr>
          <a:xfrm>
            <a:off x="7015163" y="3588734"/>
            <a:ext cx="2450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E3B8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3.6</a:t>
            </a:r>
            <a:endParaRPr lang="en-US" sz="1350" dirty="0"/>
          </a:p>
        </p:txBody>
      </p:sp>
      <p:sp>
        <p:nvSpPr>
          <p:cNvPr id="63" name="Text 57"/>
          <p:cNvSpPr/>
          <p:nvPr/>
        </p:nvSpPr>
        <p:spPr>
          <a:xfrm>
            <a:off x="7317321" y="3631597"/>
            <a:ext cx="20443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 5.0</a:t>
            </a:r>
            <a:endParaRPr lang="en-US" sz="732" dirty="0"/>
          </a:p>
        </p:txBody>
      </p:sp>
      <p:pic>
        <p:nvPicPr>
          <p:cNvPr id="6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6713" y="3653028"/>
            <a:ext cx="112514" cy="100013"/>
          </a:xfrm>
          <a:prstGeom prst="rect">
            <a:avLst/>
          </a:prstGeom>
        </p:spPr>
      </p:pic>
      <p:sp>
        <p:nvSpPr>
          <p:cNvPr id="65" name="Text 58"/>
          <p:cNvSpPr/>
          <p:nvPr/>
        </p:nvSpPr>
        <p:spPr>
          <a:xfrm>
            <a:off x="8127802" y="3635169"/>
            <a:ext cx="3557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E3B8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Revisar </a:t>
            </a:r>
            <a:endParaRPr lang="en-US" sz="732" dirty="0"/>
          </a:p>
        </p:txBody>
      </p:sp>
      <p:sp>
        <p:nvSpPr>
          <p:cNvPr id="66" name="Shape 59"/>
          <p:cNvSpPr/>
          <p:nvPr/>
        </p:nvSpPr>
        <p:spPr>
          <a:xfrm>
            <a:off x="4286250" y="3917347"/>
            <a:ext cx="4286250" cy="43576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7" name="Shape 60"/>
          <p:cNvSpPr/>
          <p:nvPr/>
        </p:nvSpPr>
        <p:spPr>
          <a:xfrm>
            <a:off x="4286250" y="4345972"/>
            <a:ext cx="4286250" cy="7144"/>
          </a:xfrm>
          <a:prstGeom prst="rect">
            <a:avLst/>
          </a:prstGeom>
          <a:solidFill>
            <a:srgbClr val="DCDCD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8" name="Text 61"/>
          <p:cNvSpPr/>
          <p:nvPr/>
        </p:nvSpPr>
        <p:spPr>
          <a:xfrm>
            <a:off x="4429125" y="4045934"/>
            <a:ext cx="3571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837" dirty="0"/>
          </a:p>
        </p:txBody>
      </p:sp>
      <p:sp>
        <p:nvSpPr>
          <p:cNvPr id="69" name="Text 62"/>
          <p:cNvSpPr/>
          <p:nvPr/>
        </p:nvSpPr>
        <p:spPr>
          <a:xfrm>
            <a:off x="4900613" y="4045934"/>
            <a:ext cx="2000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Fernanda Lima</a:t>
            </a:r>
            <a:endParaRPr lang="en-US" sz="837" dirty="0"/>
          </a:p>
        </p:txBody>
      </p:sp>
      <p:sp>
        <p:nvSpPr>
          <p:cNvPr id="70" name="Text 63"/>
          <p:cNvSpPr/>
          <p:nvPr/>
        </p:nvSpPr>
        <p:spPr>
          <a:xfrm>
            <a:off x="7015163" y="4017359"/>
            <a:ext cx="2450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E3B8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3.4</a:t>
            </a:r>
            <a:endParaRPr lang="en-US" sz="1350" dirty="0"/>
          </a:p>
        </p:txBody>
      </p:sp>
      <p:sp>
        <p:nvSpPr>
          <p:cNvPr id="71" name="Text 64"/>
          <p:cNvSpPr/>
          <p:nvPr/>
        </p:nvSpPr>
        <p:spPr>
          <a:xfrm>
            <a:off x="7317321" y="4060222"/>
            <a:ext cx="20443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 5.0</a:t>
            </a:r>
            <a:endParaRPr lang="en-US" sz="732" dirty="0"/>
          </a:p>
        </p:txBody>
      </p:sp>
      <p:pic>
        <p:nvPicPr>
          <p:cNvPr id="7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6713" y="4081653"/>
            <a:ext cx="112514" cy="100013"/>
          </a:xfrm>
          <a:prstGeom prst="rect">
            <a:avLst/>
          </a:prstGeom>
        </p:spPr>
      </p:pic>
      <p:sp>
        <p:nvSpPr>
          <p:cNvPr id="73" name="Text 65"/>
          <p:cNvSpPr/>
          <p:nvPr/>
        </p:nvSpPr>
        <p:spPr>
          <a:xfrm>
            <a:off x="8127802" y="4063794"/>
            <a:ext cx="3557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E3B8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Revisar </a:t>
            </a:r>
            <a:endParaRPr lang="en-US" sz="732" dirty="0"/>
          </a:p>
        </p:txBody>
      </p:sp>
      <p:sp>
        <p:nvSpPr>
          <p:cNvPr id="74" name="Shape 66"/>
          <p:cNvSpPr/>
          <p:nvPr/>
        </p:nvSpPr>
        <p:spPr>
          <a:xfrm>
            <a:off x="4286250" y="4345972"/>
            <a:ext cx="4286250" cy="492919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5" name="Shape 67"/>
          <p:cNvSpPr/>
          <p:nvPr/>
        </p:nvSpPr>
        <p:spPr>
          <a:xfrm>
            <a:off x="4286250" y="4831747"/>
            <a:ext cx="4286250" cy="7144"/>
          </a:xfrm>
          <a:prstGeom prst="rect">
            <a:avLst/>
          </a:prstGeom>
          <a:solidFill>
            <a:srgbClr val="DCDCD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6" name="Text 68"/>
          <p:cNvSpPr/>
          <p:nvPr/>
        </p:nvSpPr>
        <p:spPr>
          <a:xfrm>
            <a:off x="4429125" y="4503134"/>
            <a:ext cx="3571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837" dirty="0"/>
          </a:p>
        </p:txBody>
      </p:sp>
      <p:sp>
        <p:nvSpPr>
          <p:cNvPr id="77" name="Text 69"/>
          <p:cNvSpPr/>
          <p:nvPr/>
        </p:nvSpPr>
        <p:spPr>
          <a:xfrm>
            <a:off x="4900613" y="4503134"/>
            <a:ext cx="2000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Gabriel Santos</a:t>
            </a:r>
            <a:endParaRPr lang="en-US" sz="837" dirty="0"/>
          </a:p>
        </p:txBody>
      </p:sp>
      <p:sp>
        <p:nvSpPr>
          <p:cNvPr id="78" name="Text 70"/>
          <p:cNvSpPr/>
          <p:nvPr/>
        </p:nvSpPr>
        <p:spPr>
          <a:xfrm>
            <a:off x="7015163" y="4474559"/>
            <a:ext cx="2450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C744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2.8</a:t>
            </a:r>
            <a:endParaRPr lang="en-US" sz="1350" dirty="0"/>
          </a:p>
        </p:txBody>
      </p:sp>
      <p:sp>
        <p:nvSpPr>
          <p:cNvPr id="79" name="Text 71"/>
          <p:cNvSpPr/>
          <p:nvPr/>
        </p:nvSpPr>
        <p:spPr>
          <a:xfrm>
            <a:off x="7317321" y="4517422"/>
            <a:ext cx="20443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 5.0</a:t>
            </a:r>
            <a:endParaRPr lang="en-US" sz="732" dirty="0"/>
          </a:p>
        </p:txBody>
      </p:sp>
      <p:pic>
        <p:nvPicPr>
          <p:cNvPr id="80" name="Image 6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986713" y="4467416"/>
            <a:ext cx="100013" cy="100013"/>
          </a:xfrm>
          <a:prstGeom prst="rect">
            <a:avLst/>
          </a:prstGeom>
        </p:spPr>
      </p:pic>
      <p:sp>
        <p:nvSpPr>
          <p:cNvPr id="81" name="Text 72"/>
          <p:cNvSpPr/>
          <p:nvPr/>
        </p:nvSpPr>
        <p:spPr>
          <a:xfrm>
            <a:off x="7986713" y="4592431"/>
            <a:ext cx="52408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C744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Reprovado </a:t>
            </a:r>
            <a:endParaRPr lang="en-US" sz="73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57200"/>
            <a:ext cx="8001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Eficiência e Precisão Comprovadas pelo Mercado 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71500" y="971550"/>
            <a:ext cx="7143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metodologia WSI não apenas é robusta na teoria, mas comprovada na prática. Nossos indicadores de performance se equiparam aos de gigantes globais do setor, oferecendo uma solução de ponta com a agilidade que o mercado brasileiro exige. 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571500" y="1623060"/>
            <a:ext cx="2750344" cy="478631"/>
          </a:xfrm>
          <a:prstGeom prst="rect">
            <a:avLst/>
          </a:prstGeom>
          <a:solidFill>
            <a:srgbClr val="74A8D2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Text 3"/>
          <p:cNvSpPr/>
          <p:nvPr/>
        </p:nvSpPr>
        <p:spPr>
          <a:xfrm>
            <a:off x="571500" y="1623060"/>
            <a:ext cx="2750344" cy="47863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Métrica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3321844" y="1623060"/>
            <a:ext cx="2514600" cy="478631"/>
          </a:xfrm>
          <a:prstGeom prst="rect">
            <a:avLst/>
          </a:prstGeom>
          <a:solidFill>
            <a:srgbClr val="74A8D2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5"/>
          <p:cNvSpPr/>
          <p:nvPr/>
        </p:nvSpPr>
        <p:spPr>
          <a:xfrm>
            <a:off x="3321844" y="1623060"/>
            <a:ext cx="2514600" cy="47863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Benchmark de Mercado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5836444" y="1623060"/>
            <a:ext cx="2593181" cy="478631"/>
          </a:xfrm>
          <a:prstGeom prst="rect">
            <a:avLst/>
          </a:prstGeom>
          <a:solidFill>
            <a:srgbClr val="74A8D2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Text 7"/>
          <p:cNvSpPr/>
          <p:nvPr/>
        </p:nvSpPr>
        <p:spPr>
          <a:xfrm>
            <a:off x="5836444" y="1623060"/>
            <a:ext cx="2593181" cy="47863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WedoTalent (WSI)</a:t>
            </a:r>
            <a:endParaRPr lang="en-US" sz="942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14375" y="2280857"/>
            <a:ext cx="121444" cy="1214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21544" y="2255853"/>
            <a:ext cx="175658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Correlação com Performance </a:t>
            </a:r>
            <a:endParaRPr lang="en-US" sz="889" dirty="0"/>
          </a:p>
        </p:txBody>
      </p:sp>
      <p:sp>
        <p:nvSpPr>
          <p:cNvPr id="13" name="Text 9"/>
          <p:cNvSpPr/>
          <p:nvPr/>
        </p:nvSpPr>
        <p:spPr>
          <a:xfrm>
            <a:off x="3464719" y="2164771"/>
            <a:ext cx="42374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 = 0.64</a:t>
            </a:r>
            <a:endParaRPr lang="en-US" sz="889" dirty="0"/>
          </a:p>
        </p:txBody>
      </p:sp>
      <p:sp>
        <p:nvSpPr>
          <p:cNvPr id="14" name="Text 10"/>
          <p:cNvSpPr/>
          <p:nvPr/>
        </p:nvSpPr>
        <p:spPr>
          <a:xfrm>
            <a:off x="3464719" y="2371939"/>
            <a:ext cx="65150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(HireVue/SHL)</a:t>
            </a:r>
            <a:endParaRPr lang="en-US" sz="732" dirty="0"/>
          </a:p>
        </p:txBody>
      </p:sp>
      <p:sp>
        <p:nvSpPr>
          <p:cNvPr id="15" name="Text 11"/>
          <p:cNvSpPr/>
          <p:nvPr/>
        </p:nvSpPr>
        <p:spPr>
          <a:xfrm>
            <a:off x="5979319" y="2141553"/>
            <a:ext cx="51250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4CAF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≥ 0.60</a:t>
            </a:r>
            <a:endParaRPr lang="en-US" sz="1238" dirty="0"/>
          </a:p>
        </p:txBody>
      </p:sp>
      <p:sp>
        <p:nvSpPr>
          <p:cNvPr id="16" name="Text 12"/>
          <p:cNvSpPr/>
          <p:nvPr/>
        </p:nvSpPr>
        <p:spPr>
          <a:xfrm>
            <a:off x="5979319" y="2398728"/>
            <a:ext cx="83961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Validade Preditiva</a:t>
            </a:r>
            <a:endParaRPr lang="en-US" sz="732" dirty="0"/>
          </a:p>
        </p:txBody>
      </p:sp>
      <p:sp>
        <p:nvSpPr>
          <p:cNvPr id="17" name="Shape 13"/>
          <p:cNvSpPr/>
          <p:nvPr/>
        </p:nvSpPr>
        <p:spPr>
          <a:xfrm>
            <a:off x="571500" y="2709482"/>
            <a:ext cx="7858125" cy="739378"/>
          </a:xfrm>
          <a:prstGeom prst="rect">
            <a:avLst/>
          </a:prstGeom>
          <a:solidFill>
            <a:srgbClr val="F3EBE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14375" y="3020235"/>
            <a:ext cx="121444" cy="1214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1544" y="2995232"/>
            <a:ext cx="112664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Tempo de Triagem </a:t>
            </a:r>
            <a:endParaRPr lang="en-US" sz="889" dirty="0"/>
          </a:p>
        </p:txBody>
      </p:sp>
      <p:sp>
        <p:nvSpPr>
          <p:cNvPr id="20" name="Text 15"/>
          <p:cNvSpPr/>
          <p:nvPr/>
        </p:nvSpPr>
        <p:spPr>
          <a:xfrm>
            <a:off x="3464719" y="2904149"/>
            <a:ext cx="6801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6-9 minutos</a:t>
            </a:r>
            <a:endParaRPr lang="en-US" sz="889" dirty="0"/>
          </a:p>
        </p:txBody>
      </p:sp>
      <p:sp>
        <p:nvSpPr>
          <p:cNvPr id="21" name="Text 16"/>
          <p:cNvSpPr/>
          <p:nvPr/>
        </p:nvSpPr>
        <p:spPr>
          <a:xfrm>
            <a:off x="3464719" y="3111317"/>
            <a:ext cx="5536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(Paradox.ai)</a:t>
            </a:r>
            <a:endParaRPr lang="en-US" sz="732" dirty="0"/>
          </a:p>
        </p:txBody>
      </p:sp>
      <p:sp>
        <p:nvSpPr>
          <p:cNvPr id="22" name="Text 17"/>
          <p:cNvSpPr/>
          <p:nvPr/>
        </p:nvSpPr>
        <p:spPr>
          <a:xfrm>
            <a:off x="5979319" y="2880932"/>
            <a:ext cx="92366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4CAF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5-9 minutos</a:t>
            </a:r>
            <a:endParaRPr lang="en-US" sz="1238" dirty="0"/>
          </a:p>
        </p:txBody>
      </p:sp>
      <p:sp>
        <p:nvSpPr>
          <p:cNvPr id="23" name="Text 18"/>
          <p:cNvSpPr/>
          <p:nvPr/>
        </p:nvSpPr>
        <p:spPr>
          <a:xfrm>
            <a:off x="5979319" y="3138107"/>
            <a:ext cx="11401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WSI Compact/Compact+</a:t>
            </a:r>
            <a:endParaRPr lang="en-US" sz="732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558445"/>
            <a:ext cx="121444" cy="1214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1544" y="3533442"/>
            <a:ext cx="177466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Assertividade da Contratação </a:t>
            </a:r>
            <a:endParaRPr lang="en-US" sz="889" dirty="0"/>
          </a:p>
        </p:txBody>
      </p:sp>
      <p:sp>
        <p:nvSpPr>
          <p:cNvPr id="26" name="Text 20"/>
          <p:cNvSpPr/>
          <p:nvPr/>
        </p:nvSpPr>
        <p:spPr>
          <a:xfrm>
            <a:off x="3464719" y="3442359"/>
            <a:ext cx="98444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+47% no top 25%</a:t>
            </a:r>
            <a:endParaRPr lang="en-US" sz="889" dirty="0"/>
          </a:p>
        </p:txBody>
      </p:sp>
      <p:sp>
        <p:nvSpPr>
          <p:cNvPr id="27" name="Text 21"/>
          <p:cNvSpPr/>
          <p:nvPr/>
        </p:nvSpPr>
        <p:spPr>
          <a:xfrm>
            <a:off x="3464719" y="3649528"/>
            <a:ext cx="24964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(IBM)</a:t>
            </a:r>
            <a:endParaRPr lang="en-US" sz="732" dirty="0"/>
          </a:p>
        </p:txBody>
      </p:sp>
      <p:sp>
        <p:nvSpPr>
          <p:cNvPr id="28" name="Text 22"/>
          <p:cNvSpPr/>
          <p:nvPr/>
        </p:nvSpPr>
        <p:spPr>
          <a:xfrm>
            <a:off x="5979319" y="3419142"/>
            <a:ext cx="41129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4CAF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+50%</a:t>
            </a:r>
            <a:endParaRPr lang="en-US" sz="1238" dirty="0"/>
          </a:p>
        </p:txBody>
      </p:sp>
      <p:sp>
        <p:nvSpPr>
          <p:cNvPr id="29" name="Text 23"/>
          <p:cNvSpPr/>
          <p:nvPr/>
        </p:nvSpPr>
        <p:spPr>
          <a:xfrm>
            <a:off x="5979319" y="3676317"/>
            <a:ext cx="104374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Melhora na Qualidade</a:t>
            </a:r>
            <a:endParaRPr lang="en-US" sz="732" dirty="0"/>
          </a:p>
        </p:txBody>
      </p:sp>
      <p:sp>
        <p:nvSpPr>
          <p:cNvPr id="30" name="Shape 24"/>
          <p:cNvSpPr/>
          <p:nvPr/>
        </p:nvSpPr>
        <p:spPr>
          <a:xfrm>
            <a:off x="571500" y="3923062"/>
            <a:ext cx="7858125" cy="739378"/>
          </a:xfrm>
          <a:prstGeom prst="rect">
            <a:avLst/>
          </a:prstGeom>
          <a:solidFill>
            <a:srgbClr val="F3EBE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4233815"/>
            <a:ext cx="137517" cy="1214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37617" y="4208812"/>
            <a:ext cx="184621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Redução de Tempo de Triagem </a:t>
            </a:r>
            <a:endParaRPr lang="en-US" sz="889" dirty="0"/>
          </a:p>
        </p:txBody>
      </p:sp>
      <p:sp>
        <p:nvSpPr>
          <p:cNvPr id="33" name="Text 26"/>
          <p:cNvSpPr/>
          <p:nvPr/>
        </p:nvSpPr>
        <p:spPr>
          <a:xfrm>
            <a:off x="3464719" y="4117729"/>
            <a:ext cx="12147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</a:t>
            </a:r>
            <a:endParaRPr lang="en-US" sz="889" dirty="0"/>
          </a:p>
        </p:txBody>
      </p:sp>
      <p:sp>
        <p:nvSpPr>
          <p:cNvPr id="34" name="Text 27"/>
          <p:cNvSpPr/>
          <p:nvPr/>
        </p:nvSpPr>
        <p:spPr>
          <a:xfrm>
            <a:off x="3464719" y="4324898"/>
            <a:ext cx="75651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(Não disponível)</a:t>
            </a:r>
            <a:endParaRPr lang="en-US" sz="732" dirty="0"/>
          </a:p>
        </p:txBody>
      </p:sp>
      <p:sp>
        <p:nvSpPr>
          <p:cNvPr id="35" name="Text 28"/>
          <p:cNvSpPr/>
          <p:nvPr/>
        </p:nvSpPr>
        <p:spPr>
          <a:xfrm>
            <a:off x="5979319" y="4094512"/>
            <a:ext cx="6318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4CAF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Até 90%</a:t>
            </a:r>
            <a:endParaRPr lang="en-US" sz="1238" dirty="0"/>
          </a:p>
        </p:txBody>
      </p:sp>
      <p:sp>
        <p:nvSpPr>
          <p:cNvPr id="36" name="Text 29"/>
          <p:cNvSpPr/>
          <p:nvPr/>
        </p:nvSpPr>
        <p:spPr>
          <a:xfrm>
            <a:off x="5979319" y="4351687"/>
            <a:ext cx="9398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Economia de tempo</a:t>
            </a:r>
            <a:endParaRPr lang="en-US" sz="732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71500" y="4840891"/>
            <a:ext cx="114300" cy="1143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42950" y="4819460"/>
            <a:ext cx="4231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Benchmarks baseados em estudos de mercado e literatura científica de 2022-2024. </a:t>
            </a:r>
            <a:endParaRPr lang="en-US" sz="83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57200"/>
            <a:ext cx="8001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Governança Humana: A Parceria Perfeita 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71500" y="871796"/>
            <a:ext cx="7143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Nossa tecnologia não substitui o recrutador, ela o potencializa. A LIA faz o trabalho pesado e analítico, liberando o profissional de RH para focar no que é mais importante: o relacionamento humano e a decisão estratégica final. </a:t>
            </a:r>
            <a:endParaRPr lang="en-US" sz="1046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64598"/>
            <a:ext cx="214313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1538" y="1432451"/>
            <a:ext cx="302833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74A8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IA como Copiloto, Recrutador como 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571500" y="1661051"/>
            <a:ext cx="103333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74A8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Estrategista 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71500" y="1878152"/>
            <a:ext cx="3714750" cy="87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LIA realiza a triagem inicial, analisa respostas e gera scores objetivos. O recrutador mantém total controle sobre as decisões finais, podendo revisar, ajustar e aprovar candidatos com base em sua expertise. 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571500" y="2814202"/>
            <a:ext cx="3714750" cy="1302953"/>
          </a:xfrm>
          <a:prstGeom prst="rect">
            <a:avLst/>
          </a:prstGeom>
          <a:solidFill>
            <a:srgbClr val="F3EBE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14375" y="2985652"/>
            <a:ext cx="142875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2958863"/>
            <a:ext cx="255919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Princípio: Human-in-the-Loop (HITL) </a:t>
            </a:r>
            <a:endParaRPr lang="en-US" sz="1046" dirty="0"/>
          </a:p>
        </p:txBody>
      </p:sp>
      <p:sp>
        <p:nvSpPr>
          <p:cNvPr id="12" name="Text 7"/>
          <p:cNvSpPr/>
          <p:nvPr/>
        </p:nvSpPr>
        <p:spPr>
          <a:xfrm>
            <a:off x="714375" y="3242827"/>
            <a:ext cx="3429000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decisão final é sempre sua, mas agora ela é informada por dados ricos, objetivos e imparciais. O recrutador tem acesso total às respostas, scores detalhados e pode intervir em qualquer etapa do processo. </a:t>
            </a:r>
            <a:endParaRPr lang="en-US" sz="837" dirty="0"/>
          </a:p>
        </p:txBody>
      </p:sp>
      <p:sp>
        <p:nvSpPr>
          <p:cNvPr id="13" name="Text 8"/>
          <p:cNvSpPr/>
          <p:nvPr/>
        </p:nvSpPr>
        <p:spPr>
          <a:xfrm>
            <a:off x="571500" y="4301107"/>
            <a:ext cx="11434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Transparência total:</a:t>
            </a:r>
            <a:endParaRPr lang="en-US" sz="837" dirty="0"/>
          </a:p>
        </p:txBody>
      </p:sp>
      <p:sp>
        <p:nvSpPr>
          <p:cNvPr id="14" name="Text 9"/>
          <p:cNvSpPr/>
          <p:nvPr/>
        </p:nvSpPr>
        <p:spPr>
          <a:xfrm>
            <a:off x="1714974" y="4301107"/>
            <a:ext cx="25320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Todos os critérios, pesos e rubricas são visíveis </a:t>
            </a:r>
            <a:endParaRPr lang="en-US" sz="837" dirty="0"/>
          </a:p>
        </p:txBody>
      </p:sp>
      <p:sp>
        <p:nvSpPr>
          <p:cNvPr id="15" name="Text 10"/>
          <p:cNvSpPr/>
          <p:nvPr/>
        </p:nvSpPr>
        <p:spPr>
          <a:xfrm>
            <a:off x="571500" y="4483970"/>
            <a:ext cx="36472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 auditáveis. O sistema não é uma caixa preta, mas uma ferramenta </a:t>
            </a:r>
            <a:endParaRPr lang="en-US" sz="837" dirty="0"/>
          </a:p>
        </p:txBody>
      </p:sp>
      <p:sp>
        <p:nvSpPr>
          <p:cNvPr id="16" name="Text 11"/>
          <p:cNvSpPr/>
          <p:nvPr/>
        </p:nvSpPr>
        <p:spPr>
          <a:xfrm>
            <a:off x="571500" y="4666833"/>
            <a:ext cx="24292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transparente que apoia a tomada de decisão. </a:t>
            </a:r>
            <a:endParaRPr lang="en-US" sz="837" dirty="0"/>
          </a:p>
        </p:txBody>
      </p:sp>
      <p:sp>
        <p:nvSpPr>
          <p:cNvPr id="17" name="Text 12"/>
          <p:cNvSpPr/>
          <p:nvPr/>
        </p:nvSpPr>
        <p:spPr>
          <a:xfrm>
            <a:off x="4857750" y="1436023"/>
            <a:ext cx="3714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Painel de Controle do Recrutador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4857750" y="1807498"/>
            <a:ext cx="3714750" cy="1000125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9" name="Shape 14"/>
          <p:cNvSpPr/>
          <p:nvPr/>
        </p:nvSpPr>
        <p:spPr>
          <a:xfrm>
            <a:off x="4857750" y="1807498"/>
            <a:ext cx="42863" cy="1000125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4891" y="2136111"/>
            <a:ext cx="285750" cy="2857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774941" y="2078961"/>
            <a:ext cx="22804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7D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Aprovado Automático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5774941" y="2307561"/>
            <a:ext cx="22804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Candidatos com score alto avançam direto</a:t>
            </a:r>
            <a:endParaRPr lang="en-US" sz="837" dirty="0"/>
          </a:p>
        </p:txBody>
      </p:sp>
      <p:sp>
        <p:nvSpPr>
          <p:cNvPr id="23" name="Text 17"/>
          <p:cNvSpPr/>
          <p:nvPr/>
        </p:nvSpPr>
        <p:spPr>
          <a:xfrm>
            <a:off x="4857750" y="2921923"/>
            <a:ext cx="3714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DCDCD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↓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4857750" y="2881394"/>
            <a:ext cx="3714750" cy="1000125"/>
          </a:xfrm>
          <a:prstGeom prst="rect">
            <a:avLst/>
          </a:prstGeom>
          <a:solidFill>
            <a:srgbClr val="FFF9E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5" name="Shape 19"/>
          <p:cNvSpPr/>
          <p:nvPr/>
        </p:nvSpPr>
        <p:spPr>
          <a:xfrm>
            <a:off x="4857750" y="2881394"/>
            <a:ext cx="42863" cy="1000125"/>
          </a:xfrm>
          <a:prstGeom prst="rect">
            <a:avLst/>
          </a:prstGeom>
          <a:solidFill>
            <a:srgbClr val="F0C14A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3394" y="3210007"/>
            <a:ext cx="321469" cy="2857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9163" y="3152857"/>
            <a:ext cx="28876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3B8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Revisão Manual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489163" y="3381457"/>
            <a:ext cx="28876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recrutador foca sua análise neste grupo estratégico</a:t>
            </a:r>
            <a:endParaRPr lang="en-US" sz="837" dirty="0"/>
          </a:p>
        </p:txBody>
      </p:sp>
      <p:sp>
        <p:nvSpPr>
          <p:cNvPr id="29" name="Text 22"/>
          <p:cNvSpPr/>
          <p:nvPr/>
        </p:nvSpPr>
        <p:spPr>
          <a:xfrm>
            <a:off x="4857750" y="3995819"/>
            <a:ext cx="3714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DCDCD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↓</a:t>
            </a:r>
            <a:endParaRPr lang="en-US" sz="1800" dirty="0"/>
          </a:p>
        </p:txBody>
      </p:sp>
      <p:sp>
        <p:nvSpPr>
          <p:cNvPr id="30" name="Shape 23"/>
          <p:cNvSpPr/>
          <p:nvPr/>
        </p:nvSpPr>
        <p:spPr>
          <a:xfrm>
            <a:off x="4857750" y="3962781"/>
            <a:ext cx="3714750" cy="1000125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1" name="Shape 24"/>
          <p:cNvSpPr/>
          <p:nvPr/>
        </p:nvSpPr>
        <p:spPr>
          <a:xfrm>
            <a:off x="4857750" y="3962781"/>
            <a:ext cx="42863" cy="1000125"/>
          </a:xfrm>
          <a:prstGeom prst="rect">
            <a:avLst/>
          </a:prstGeom>
          <a:solidFill>
            <a:srgbClr val="C74446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6404" y="4314669"/>
            <a:ext cx="285750" cy="28575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516454" y="4257519"/>
            <a:ext cx="27973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744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Não Aprovado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5516454" y="4486119"/>
            <a:ext cx="279739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Triagem automática, economizando tempo precioso</a:t>
            </a:r>
            <a:endParaRPr lang="en-US" sz="83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331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65499" y="414338"/>
            <a:ext cx="215205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O Diferencial 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717554" y="414338"/>
            <a:ext cx="1860947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74A8D2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WedoTalent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71500" y="988410"/>
            <a:ext cx="2571750" cy="1839836"/>
          </a:xfrm>
          <a:prstGeom prst="rect">
            <a:avLst/>
          </a:prstGeom>
          <a:solidFill>
            <a:srgbClr val="B4C8E2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657350" y="1192327"/>
            <a:ext cx="400050" cy="400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87050" y="1856696"/>
            <a:ext cx="154062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PRECISÃO CIENTÍFICA </a:t>
            </a:r>
            <a:endParaRPr lang="en-US" sz="1046" dirty="0"/>
          </a:p>
        </p:txBody>
      </p:sp>
      <p:sp>
        <p:nvSpPr>
          <p:cNvPr id="8" name="Text 4"/>
          <p:cNvSpPr/>
          <p:nvPr/>
        </p:nvSpPr>
        <p:spPr>
          <a:xfrm>
            <a:off x="771525" y="2142446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Metodologia única que integra 4 frameworks consagrados, garantindo uma avaliação profunda e multidimensional. </a:t>
            </a:r>
            <a:endParaRPr lang="en-US" sz="837" dirty="0"/>
          </a:p>
        </p:txBody>
      </p:sp>
      <p:sp>
        <p:nvSpPr>
          <p:cNvPr id="9" name="Shape 5"/>
          <p:cNvSpPr/>
          <p:nvPr/>
        </p:nvSpPr>
        <p:spPr>
          <a:xfrm>
            <a:off x="3286125" y="988410"/>
            <a:ext cx="2571750" cy="1839836"/>
          </a:xfrm>
          <a:prstGeom prst="rect">
            <a:avLst/>
          </a:prstGeom>
          <a:solidFill>
            <a:srgbClr val="F3B9A9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969" y="1192327"/>
            <a:ext cx="500063" cy="4000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44131" y="1856696"/>
            <a:ext cx="125573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REDUÇÃO DE VIÉS </a:t>
            </a:r>
            <a:endParaRPr lang="en-US" sz="1046" dirty="0"/>
          </a:p>
        </p:txBody>
      </p:sp>
      <p:sp>
        <p:nvSpPr>
          <p:cNvPr id="12" name="Text 7"/>
          <p:cNvSpPr/>
          <p:nvPr/>
        </p:nvSpPr>
        <p:spPr>
          <a:xfrm>
            <a:off x="3486150" y="2142446"/>
            <a:ext cx="21717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Processos estruturados e baseados em dados promovem maior diversidade e decisões mais justas. </a:t>
            </a:r>
            <a:endParaRPr lang="en-US" sz="837" dirty="0"/>
          </a:p>
        </p:txBody>
      </p:sp>
      <p:sp>
        <p:nvSpPr>
          <p:cNvPr id="13" name="Shape 8"/>
          <p:cNvSpPr/>
          <p:nvPr/>
        </p:nvSpPr>
        <p:spPr>
          <a:xfrm>
            <a:off x="6000750" y="988410"/>
            <a:ext cx="2571750" cy="1839836"/>
          </a:xfrm>
          <a:prstGeom prst="rect">
            <a:avLst/>
          </a:prstGeom>
          <a:solidFill>
            <a:srgbClr val="F0C14A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086600" y="1192327"/>
            <a:ext cx="400050" cy="4000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56989" y="1856696"/>
            <a:ext cx="185924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EFICIÊNCIA COMPROVADA </a:t>
            </a:r>
            <a:endParaRPr lang="en-US" sz="1046" dirty="0"/>
          </a:p>
        </p:txBody>
      </p:sp>
      <p:sp>
        <p:nvSpPr>
          <p:cNvPr id="16" name="Text 10"/>
          <p:cNvSpPr/>
          <p:nvPr/>
        </p:nvSpPr>
        <p:spPr>
          <a:xfrm>
            <a:off x="6200775" y="2142446"/>
            <a:ext cx="21717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Reduza em até 90% o tempo de triagem e melhore a qualidade da contratação em mais de 50%. </a:t>
            </a:r>
            <a:endParaRPr lang="en-US" sz="837" dirty="0"/>
          </a:p>
        </p:txBody>
      </p:sp>
      <p:sp>
        <p:nvSpPr>
          <p:cNvPr id="17" name="Shape 11"/>
          <p:cNvSpPr/>
          <p:nvPr/>
        </p:nvSpPr>
        <p:spPr>
          <a:xfrm>
            <a:off x="1714500" y="3089816"/>
            <a:ext cx="2786063" cy="1839836"/>
          </a:xfrm>
          <a:prstGeom prst="rect">
            <a:avLst/>
          </a:prstGeom>
          <a:solidFill>
            <a:srgbClr val="B4D3C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2503" y="3293732"/>
            <a:ext cx="450056" cy="4000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078022" y="3958101"/>
            <a:ext cx="205899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EXPERIÊNCIA ENCANTADORA </a:t>
            </a:r>
            <a:endParaRPr lang="en-US" sz="1046" dirty="0"/>
          </a:p>
        </p:txBody>
      </p:sp>
      <p:sp>
        <p:nvSpPr>
          <p:cNvPr id="20" name="Text 13"/>
          <p:cNvSpPr/>
          <p:nvPr/>
        </p:nvSpPr>
        <p:spPr>
          <a:xfrm>
            <a:off x="1914525" y="4243851"/>
            <a:ext cx="23860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Processo conversacional, rápido e moderno para o candidato, fortalecendo sua marca empregadora. </a:t>
            </a:r>
            <a:endParaRPr lang="en-US" sz="837" dirty="0"/>
          </a:p>
        </p:txBody>
      </p:sp>
      <p:sp>
        <p:nvSpPr>
          <p:cNvPr id="21" name="Shape 14"/>
          <p:cNvSpPr/>
          <p:nvPr/>
        </p:nvSpPr>
        <p:spPr>
          <a:xfrm>
            <a:off x="4643438" y="3089816"/>
            <a:ext cx="2786063" cy="1839836"/>
          </a:xfrm>
          <a:prstGeom prst="rect">
            <a:avLst/>
          </a:prstGeom>
          <a:solidFill>
            <a:srgbClr val="E1B8A2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836444" y="3293732"/>
            <a:ext cx="400050" cy="40005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253642" y="3958101"/>
            <a:ext cx="1565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GOVERNANÇA E ÉTICA </a:t>
            </a:r>
            <a:endParaRPr lang="en-US" sz="1046" dirty="0"/>
          </a:p>
        </p:txBody>
      </p:sp>
      <p:sp>
        <p:nvSpPr>
          <p:cNvPr id="24" name="Text 16"/>
          <p:cNvSpPr/>
          <p:nvPr/>
        </p:nvSpPr>
        <p:spPr>
          <a:xfrm>
            <a:off x="4843463" y="4243851"/>
            <a:ext cx="23860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Plataforma transparente, auditável e alinhada às melhores práticas de IA Responsável, com o recrutador sempre no controle. </a:t>
            </a:r>
            <a:endParaRPr lang="en-US" sz="837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57200"/>
            <a:ext cx="8001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Referências 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71500" y="1085850"/>
            <a:ext cx="2476481" cy="257175"/>
          </a:xfrm>
          <a:prstGeom prst="rect">
            <a:avLst/>
          </a:prstGeom>
          <a:noFill/>
          <a:ln/>
        </p:spPr>
        <p:txBody>
          <a:bodyPr wrap="none" lIns="0" tIns="0" rIns="0" bIns="51054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C744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Custos de Má Contratação </a:t>
            </a:r>
            <a:endParaRPr lang="en-US" sz="942" dirty="0"/>
          </a:p>
        </p:txBody>
      </p:sp>
      <p:sp>
        <p:nvSpPr>
          <p:cNvPr id="5" name="Text 2"/>
          <p:cNvSpPr/>
          <p:nvPr/>
        </p:nvSpPr>
        <p:spPr>
          <a:xfrm>
            <a:off x="571500" y="1439466"/>
            <a:ext cx="12334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U.S. Department of Labor. </a:t>
            </a:r>
            <a:endParaRPr lang="en-US" sz="732" dirty="0"/>
          </a:p>
        </p:txBody>
      </p:sp>
      <p:sp>
        <p:nvSpPr>
          <p:cNvPr id="6" name="Text 3"/>
          <p:cNvSpPr/>
          <p:nvPr/>
        </p:nvSpPr>
        <p:spPr>
          <a:xfrm>
            <a:off x="1804969" y="1439466"/>
            <a:ext cx="100615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Cost of a Bad Hire.</a:t>
            </a:r>
            <a:endParaRPr lang="en-US" sz="732" dirty="0"/>
          </a:p>
        </p:txBody>
      </p:sp>
      <p:sp>
        <p:nvSpPr>
          <p:cNvPr id="7" name="Text 4"/>
          <p:cNvSpPr/>
          <p:nvPr/>
        </p:nvSpPr>
        <p:spPr>
          <a:xfrm>
            <a:off x="571500" y="1670912"/>
            <a:ext cx="71401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Forbes. (2022). </a:t>
            </a:r>
            <a:endParaRPr lang="en-US" sz="732" dirty="0"/>
          </a:p>
        </p:txBody>
      </p:sp>
      <p:sp>
        <p:nvSpPr>
          <p:cNvPr id="8" name="Text 5"/>
          <p:cNvSpPr/>
          <p:nvPr/>
        </p:nvSpPr>
        <p:spPr>
          <a:xfrm>
            <a:off x="1285512" y="1670912"/>
            <a:ext cx="128037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Real Costs Of A Bad Hire.</a:t>
            </a:r>
            <a:endParaRPr lang="en-US" sz="732" dirty="0"/>
          </a:p>
        </p:txBody>
      </p:sp>
      <p:sp>
        <p:nvSpPr>
          <p:cNvPr id="9" name="Text 6"/>
          <p:cNvSpPr/>
          <p:nvPr/>
        </p:nvSpPr>
        <p:spPr>
          <a:xfrm>
            <a:off x="571500" y="1902358"/>
            <a:ext cx="100403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Business News Daily. </a:t>
            </a:r>
            <a:endParaRPr lang="en-US" sz="732" dirty="0"/>
          </a:p>
        </p:txBody>
      </p:sp>
      <p:sp>
        <p:nvSpPr>
          <p:cNvPr id="10" name="Text 7"/>
          <p:cNvSpPr/>
          <p:nvPr/>
        </p:nvSpPr>
        <p:spPr>
          <a:xfrm>
            <a:off x="571500" y="1902358"/>
            <a:ext cx="2364916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Disengaged Employees Reduce Productivity.</a:t>
            </a:r>
            <a:endParaRPr lang="en-US" sz="732" dirty="0"/>
          </a:p>
        </p:txBody>
      </p:sp>
      <p:sp>
        <p:nvSpPr>
          <p:cNvPr id="11" name="Text 8"/>
          <p:cNvSpPr/>
          <p:nvPr/>
        </p:nvSpPr>
        <p:spPr>
          <a:xfrm>
            <a:off x="571500" y="2293813"/>
            <a:ext cx="3566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Gallup. </a:t>
            </a:r>
            <a:endParaRPr lang="en-US" sz="732" dirty="0"/>
          </a:p>
        </p:txBody>
      </p:sp>
      <p:sp>
        <p:nvSpPr>
          <p:cNvPr id="12" name="Text 9"/>
          <p:cNvSpPr/>
          <p:nvPr/>
        </p:nvSpPr>
        <p:spPr>
          <a:xfrm>
            <a:off x="928157" y="2293813"/>
            <a:ext cx="165821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State of the Global Workplace Report.</a:t>
            </a:r>
            <a:endParaRPr lang="en-US" sz="732" dirty="0"/>
          </a:p>
        </p:txBody>
      </p:sp>
      <p:sp>
        <p:nvSpPr>
          <p:cNvPr id="13" name="Text 10"/>
          <p:cNvSpPr/>
          <p:nvPr/>
        </p:nvSpPr>
        <p:spPr>
          <a:xfrm>
            <a:off x="571500" y="2614557"/>
            <a:ext cx="2476481" cy="257175"/>
          </a:xfrm>
          <a:prstGeom prst="rect">
            <a:avLst/>
          </a:prstGeom>
          <a:noFill/>
          <a:ln/>
        </p:spPr>
        <p:txBody>
          <a:bodyPr wrap="none" lIns="0" tIns="0" rIns="0" bIns="51054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74A8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Benchmarks de Mercado 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71500" y="2968172"/>
            <a:ext cx="10379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HireVue / SHL. (2023). </a:t>
            </a:r>
            <a:endParaRPr lang="en-US" sz="732" dirty="0"/>
          </a:p>
        </p:txBody>
      </p:sp>
      <p:sp>
        <p:nvSpPr>
          <p:cNvPr id="15" name="Text 12"/>
          <p:cNvSpPr/>
          <p:nvPr/>
        </p:nvSpPr>
        <p:spPr>
          <a:xfrm>
            <a:off x="1609437" y="2968172"/>
            <a:ext cx="11726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Score Correlation Study.</a:t>
            </a:r>
            <a:endParaRPr lang="en-US" sz="732" dirty="0"/>
          </a:p>
        </p:txBody>
      </p:sp>
      <p:sp>
        <p:nvSpPr>
          <p:cNvPr id="16" name="Text 13"/>
          <p:cNvSpPr/>
          <p:nvPr/>
        </p:nvSpPr>
        <p:spPr>
          <a:xfrm>
            <a:off x="571500" y="3199619"/>
            <a:ext cx="8881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Paradox.ai. (2024). </a:t>
            </a:r>
            <a:endParaRPr lang="en-US" sz="732" dirty="0"/>
          </a:p>
        </p:txBody>
      </p:sp>
      <p:sp>
        <p:nvSpPr>
          <p:cNvPr id="17" name="Text 14"/>
          <p:cNvSpPr/>
          <p:nvPr/>
        </p:nvSpPr>
        <p:spPr>
          <a:xfrm>
            <a:off x="571500" y="3199619"/>
            <a:ext cx="2346610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Conversational Recruiting Global Report.</a:t>
            </a:r>
            <a:endParaRPr lang="en-US" sz="732" dirty="0"/>
          </a:p>
        </p:txBody>
      </p:sp>
      <p:sp>
        <p:nvSpPr>
          <p:cNvPr id="18" name="Text 15"/>
          <p:cNvSpPr/>
          <p:nvPr/>
        </p:nvSpPr>
        <p:spPr>
          <a:xfrm>
            <a:off x="571500" y="3591074"/>
            <a:ext cx="118887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IBM HR Analytics. (2022). </a:t>
            </a:r>
            <a:endParaRPr lang="en-US" sz="732" dirty="0"/>
          </a:p>
        </p:txBody>
      </p:sp>
      <p:sp>
        <p:nvSpPr>
          <p:cNvPr id="19" name="Text 16"/>
          <p:cNvSpPr/>
          <p:nvPr/>
        </p:nvSpPr>
        <p:spPr>
          <a:xfrm>
            <a:off x="571500" y="3591074"/>
            <a:ext cx="2376441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Adaptive Talent Acquisition Systems.</a:t>
            </a:r>
            <a:endParaRPr lang="en-US" sz="732" dirty="0"/>
          </a:p>
        </p:txBody>
      </p:sp>
      <p:sp>
        <p:nvSpPr>
          <p:cNvPr id="20" name="Text 17"/>
          <p:cNvSpPr/>
          <p:nvPr/>
        </p:nvSpPr>
        <p:spPr>
          <a:xfrm>
            <a:off x="571500" y="3982529"/>
            <a:ext cx="63559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Gupy. (2023). </a:t>
            </a:r>
            <a:endParaRPr lang="en-US" sz="732" dirty="0"/>
          </a:p>
        </p:txBody>
      </p:sp>
      <p:sp>
        <p:nvSpPr>
          <p:cNvPr id="21" name="Text 18"/>
          <p:cNvSpPr/>
          <p:nvPr/>
        </p:nvSpPr>
        <p:spPr>
          <a:xfrm>
            <a:off x="1207098" y="3982529"/>
            <a:ext cx="17497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Relatório de Métricas de Recrutamento.</a:t>
            </a:r>
            <a:endParaRPr lang="en-US" sz="732" dirty="0"/>
          </a:p>
        </p:txBody>
      </p:sp>
      <p:sp>
        <p:nvSpPr>
          <p:cNvPr id="22" name="Text 19"/>
          <p:cNvSpPr/>
          <p:nvPr/>
        </p:nvSpPr>
        <p:spPr>
          <a:xfrm>
            <a:off x="3333731" y="1085850"/>
            <a:ext cx="2476509" cy="257175"/>
          </a:xfrm>
          <a:prstGeom prst="rect">
            <a:avLst/>
          </a:prstGeom>
          <a:noFill/>
          <a:ln/>
        </p:spPr>
        <p:txBody>
          <a:bodyPr wrap="none" lIns="0" tIns="0" rIns="0" bIns="51054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0C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Fundamentação Científica 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3333731" y="1439466"/>
            <a:ext cx="114746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McClelland, D. C. (1973). </a:t>
            </a:r>
            <a:endParaRPr lang="en-US" sz="732" dirty="0"/>
          </a:p>
        </p:txBody>
      </p:sp>
      <p:sp>
        <p:nvSpPr>
          <p:cNvPr id="24" name="Text 21"/>
          <p:cNvSpPr/>
          <p:nvPr/>
        </p:nvSpPr>
        <p:spPr>
          <a:xfrm>
            <a:off x="3333731" y="1439466"/>
            <a:ext cx="2185011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Testing for Competence Rather Than Intelligence.</a:t>
            </a:r>
            <a:endParaRPr lang="en-US" sz="732" dirty="0"/>
          </a:p>
        </p:txBody>
      </p:sp>
      <p:sp>
        <p:nvSpPr>
          <p:cNvPr id="25" name="Text 22"/>
          <p:cNvSpPr/>
          <p:nvPr/>
        </p:nvSpPr>
        <p:spPr>
          <a:xfrm>
            <a:off x="4440789" y="1599474"/>
            <a:ext cx="11130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American Psychologist. </a:t>
            </a:r>
            <a:endParaRPr lang="en-US" sz="732" dirty="0"/>
          </a:p>
        </p:txBody>
      </p:sp>
      <p:sp>
        <p:nvSpPr>
          <p:cNvPr id="26" name="Text 23"/>
          <p:cNvSpPr/>
          <p:nvPr/>
        </p:nvSpPr>
        <p:spPr>
          <a:xfrm>
            <a:off x="3333731" y="1759483"/>
            <a:ext cx="8981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Harvard University. </a:t>
            </a:r>
            <a:endParaRPr lang="en-US" sz="732" dirty="0"/>
          </a:p>
        </p:txBody>
      </p:sp>
      <p:sp>
        <p:nvSpPr>
          <p:cNvPr id="27" name="Text 24"/>
          <p:cNvSpPr/>
          <p:nvPr/>
        </p:nvSpPr>
        <p:spPr>
          <a:xfrm>
            <a:off x="3333731" y="1990930"/>
            <a:ext cx="189404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Anderson, L. W., Krathwohl, D. R. (2001). </a:t>
            </a:r>
            <a:endParaRPr lang="en-US" sz="732" dirty="0"/>
          </a:p>
        </p:txBody>
      </p:sp>
      <p:sp>
        <p:nvSpPr>
          <p:cNvPr id="28" name="Text 25"/>
          <p:cNvSpPr/>
          <p:nvPr/>
        </p:nvSpPr>
        <p:spPr>
          <a:xfrm>
            <a:off x="3333731" y="1990930"/>
            <a:ext cx="2426224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Taxonomy for Learning, Teaching, and Assessing.</a:t>
            </a:r>
            <a:endParaRPr lang="en-US" sz="732" dirty="0"/>
          </a:p>
        </p:txBody>
      </p:sp>
      <p:sp>
        <p:nvSpPr>
          <p:cNvPr id="29" name="Text 26"/>
          <p:cNvSpPr/>
          <p:nvPr/>
        </p:nvSpPr>
        <p:spPr>
          <a:xfrm>
            <a:off x="5024149" y="2150938"/>
            <a:ext cx="5004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Longman. </a:t>
            </a:r>
            <a:endParaRPr lang="en-US" sz="732" dirty="0"/>
          </a:p>
        </p:txBody>
      </p:sp>
      <p:sp>
        <p:nvSpPr>
          <p:cNvPr id="30" name="Text 27"/>
          <p:cNvSpPr/>
          <p:nvPr/>
        </p:nvSpPr>
        <p:spPr>
          <a:xfrm>
            <a:off x="3333731" y="2382385"/>
            <a:ext cx="150479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Dreyfus, H. &amp; Dreyfus, S. (1980). </a:t>
            </a:r>
            <a:endParaRPr lang="en-US" sz="732" dirty="0"/>
          </a:p>
        </p:txBody>
      </p:sp>
      <p:sp>
        <p:nvSpPr>
          <p:cNvPr id="31" name="Text 28"/>
          <p:cNvSpPr/>
          <p:nvPr/>
        </p:nvSpPr>
        <p:spPr>
          <a:xfrm>
            <a:off x="3333731" y="2382385"/>
            <a:ext cx="2450920" cy="455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Five-Stage Model of the Mental Activities Involved in Directed Skill Acquisition.</a:t>
            </a:r>
            <a:endParaRPr lang="en-US" sz="732" dirty="0"/>
          </a:p>
        </p:txBody>
      </p:sp>
      <p:sp>
        <p:nvSpPr>
          <p:cNvPr id="32" name="Text 29"/>
          <p:cNvSpPr/>
          <p:nvPr/>
        </p:nvSpPr>
        <p:spPr>
          <a:xfrm>
            <a:off x="3844705" y="2702402"/>
            <a:ext cx="15732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University of California, Berkeley. </a:t>
            </a:r>
            <a:endParaRPr lang="en-US" sz="732" dirty="0"/>
          </a:p>
        </p:txBody>
      </p:sp>
      <p:sp>
        <p:nvSpPr>
          <p:cNvPr id="33" name="Text 30"/>
          <p:cNvSpPr/>
          <p:nvPr/>
        </p:nvSpPr>
        <p:spPr>
          <a:xfrm>
            <a:off x="3333731" y="2933849"/>
            <a:ext cx="105504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Goldberg, L. R. (1992). </a:t>
            </a:r>
            <a:endParaRPr lang="en-US" sz="732" dirty="0"/>
          </a:p>
        </p:txBody>
      </p:sp>
      <p:sp>
        <p:nvSpPr>
          <p:cNvPr id="34" name="Text 31"/>
          <p:cNvSpPr/>
          <p:nvPr/>
        </p:nvSpPr>
        <p:spPr>
          <a:xfrm>
            <a:off x="3333731" y="2933849"/>
            <a:ext cx="2473942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Development of Markers for the Big-Five Factor Structure.</a:t>
            </a:r>
            <a:endParaRPr lang="en-US" sz="732" dirty="0"/>
          </a:p>
        </p:txBody>
      </p:sp>
      <p:sp>
        <p:nvSpPr>
          <p:cNvPr id="35" name="Text 32"/>
          <p:cNvSpPr/>
          <p:nvPr/>
        </p:nvSpPr>
        <p:spPr>
          <a:xfrm>
            <a:off x="4608193" y="3093858"/>
            <a:ext cx="65929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Psychological </a:t>
            </a:r>
            <a:endParaRPr lang="en-US" sz="732" dirty="0"/>
          </a:p>
        </p:txBody>
      </p:sp>
      <p:sp>
        <p:nvSpPr>
          <p:cNvPr id="36" name="Text 33"/>
          <p:cNvSpPr/>
          <p:nvPr/>
        </p:nvSpPr>
        <p:spPr>
          <a:xfrm>
            <a:off x="3333731" y="3253867"/>
            <a:ext cx="58659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Assessment. </a:t>
            </a:r>
            <a:endParaRPr lang="en-US" sz="732" dirty="0"/>
          </a:p>
        </p:txBody>
      </p:sp>
      <p:sp>
        <p:nvSpPr>
          <p:cNvPr id="37" name="Text 34"/>
          <p:cNvSpPr/>
          <p:nvPr/>
        </p:nvSpPr>
        <p:spPr>
          <a:xfrm>
            <a:off x="6095991" y="1085850"/>
            <a:ext cx="2476481" cy="257175"/>
          </a:xfrm>
          <a:prstGeom prst="rect">
            <a:avLst/>
          </a:prstGeom>
          <a:noFill/>
          <a:ln/>
        </p:spPr>
        <p:txBody>
          <a:bodyPr wrap="none" lIns="0" tIns="0" rIns="0" bIns="51054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B4D3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Validade de Entrevistas </a:t>
            </a:r>
            <a:endParaRPr lang="en-US" sz="942" dirty="0"/>
          </a:p>
        </p:txBody>
      </p:sp>
      <p:sp>
        <p:nvSpPr>
          <p:cNvPr id="38" name="Text 35"/>
          <p:cNvSpPr/>
          <p:nvPr/>
        </p:nvSpPr>
        <p:spPr>
          <a:xfrm>
            <a:off x="6095991" y="1439466"/>
            <a:ext cx="21990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McDaniel, M. A., Whetzel, D. L., Schmidt, F. L., &amp; </a:t>
            </a:r>
            <a:endParaRPr lang="en-US" sz="732" dirty="0"/>
          </a:p>
        </p:txBody>
      </p:sp>
      <p:sp>
        <p:nvSpPr>
          <p:cNvPr id="39" name="Text 36"/>
          <p:cNvSpPr/>
          <p:nvPr/>
        </p:nvSpPr>
        <p:spPr>
          <a:xfrm>
            <a:off x="6095991" y="1599474"/>
            <a:ext cx="95363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Maurer, S. D. (1994). </a:t>
            </a:r>
            <a:endParaRPr lang="en-US" sz="732" dirty="0"/>
          </a:p>
        </p:txBody>
      </p:sp>
      <p:sp>
        <p:nvSpPr>
          <p:cNvPr id="40" name="Text 37"/>
          <p:cNvSpPr/>
          <p:nvPr/>
        </p:nvSpPr>
        <p:spPr>
          <a:xfrm>
            <a:off x="6095991" y="1599474"/>
            <a:ext cx="2412104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validity of employment interviews: A comprehensive review and meta-analysis.</a:t>
            </a:r>
            <a:endParaRPr lang="en-US" sz="732" dirty="0"/>
          </a:p>
        </p:txBody>
      </p:sp>
      <p:sp>
        <p:nvSpPr>
          <p:cNvPr id="41" name="Text 38"/>
          <p:cNvSpPr/>
          <p:nvPr/>
        </p:nvSpPr>
        <p:spPr>
          <a:xfrm>
            <a:off x="6095991" y="1919492"/>
            <a:ext cx="141538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Journal of Applied Psychology. </a:t>
            </a:r>
            <a:endParaRPr lang="en-US" sz="732" dirty="0"/>
          </a:p>
        </p:txBody>
      </p:sp>
      <p:sp>
        <p:nvSpPr>
          <p:cNvPr id="42" name="Text 39"/>
          <p:cNvSpPr/>
          <p:nvPr/>
        </p:nvSpPr>
        <p:spPr>
          <a:xfrm>
            <a:off x="6095991" y="2150938"/>
            <a:ext cx="126466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Huffcutt, A. I., et al. (2023). </a:t>
            </a:r>
            <a:endParaRPr lang="en-US" sz="732" dirty="0"/>
          </a:p>
        </p:txBody>
      </p:sp>
      <p:sp>
        <p:nvSpPr>
          <p:cNvPr id="43" name="Text 40"/>
          <p:cNvSpPr/>
          <p:nvPr/>
        </p:nvSpPr>
        <p:spPr>
          <a:xfrm>
            <a:off x="6095991" y="2150938"/>
            <a:ext cx="2222292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Structured interviews: Moving beyond mean validity.</a:t>
            </a:r>
            <a:endParaRPr lang="en-US" sz="732" dirty="0"/>
          </a:p>
        </p:txBody>
      </p:sp>
      <p:sp>
        <p:nvSpPr>
          <p:cNvPr id="44" name="Text 41"/>
          <p:cNvSpPr/>
          <p:nvPr/>
        </p:nvSpPr>
        <p:spPr>
          <a:xfrm>
            <a:off x="7417864" y="2310947"/>
            <a:ext cx="107586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Personnel Psychology. </a:t>
            </a:r>
            <a:endParaRPr lang="en-US" sz="732" dirty="0"/>
          </a:p>
        </p:txBody>
      </p:sp>
      <p:sp>
        <p:nvSpPr>
          <p:cNvPr id="45" name="Text 42"/>
          <p:cNvSpPr/>
          <p:nvPr/>
        </p:nvSpPr>
        <p:spPr>
          <a:xfrm>
            <a:off x="6095991" y="2542394"/>
            <a:ext cx="127998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Hughes, R. H., et al. (2021). </a:t>
            </a:r>
            <a:endParaRPr lang="en-US" sz="732" dirty="0"/>
          </a:p>
        </p:txBody>
      </p:sp>
      <p:sp>
        <p:nvSpPr>
          <p:cNvPr id="46" name="Text 43"/>
          <p:cNvSpPr/>
          <p:nvPr/>
        </p:nvSpPr>
        <p:spPr>
          <a:xfrm>
            <a:off x="6095991" y="2542394"/>
            <a:ext cx="2138186" cy="455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Using structured interviews to reduce bias in emergency medicine residency recruitment.</a:t>
            </a:r>
            <a:endParaRPr lang="en-US" sz="732" dirty="0"/>
          </a:p>
        </p:txBody>
      </p:sp>
      <p:sp>
        <p:nvSpPr>
          <p:cNvPr id="47" name="Text 44"/>
          <p:cNvSpPr/>
          <p:nvPr/>
        </p:nvSpPr>
        <p:spPr>
          <a:xfrm>
            <a:off x="7080321" y="2862411"/>
            <a:ext cx="26724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PMC. </a:t>
            </a:r>
            <a:endParaRPr lang="en-US" sz="732" dirty="0"/>
          </a:p>
        </p:txBody>
      </p:sp>
      <p:sp>
        <p:nvSpPr>
          <p:cNvPr id="48" name="Text 45"/>
          <p:cNvSpPr/>
          <p:nvPr/>
        </p:nvSpPr>
        <p:spPr>
          <a:xfrm>
            <a:off x="6095991" y="3183155"/>
            <a:ext cx="2476481" cy="257175"/>
          </a:xfrm>
          <a:prstGeom prst="rect">
            <a:avLst/>
          </a:prstGeom>
          <a:noFill/>
          <a:ln/>
        </p:spPr>
        <p:txBody>
          <a:bodyPr wrap="none" lIns="0" tIns="0" rIns="0" bIns="51054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E17B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Governança de IA </a:t>
            </a:r>
            <a:endParaRPr lang="en-US" sz="942" dirty="0"/>
          </a:p>
        </p:txBody>
      </p:sp>
      <p:sp>
        <p:nvSpPr>
          <p:cNvPr id="49" name="Text 46"/>
          <p:cNvSpPr/>
          <p:nvPr/>
        </p:nvSpPr>
        <p:spPr>
          <a:xfrm>
            <a:off x="6095991" y="3536770"/>
            <a:ext cx="660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OECD. (2023). </a:t>
            </a:r>
            <a:endParaRPr lang="en-US" sz="732" dirty="0"/>
          </a:p>
        </p:txBody>
      </p:sp>
      <p:sp>
        <p:nvSpPr>
          <p:cNvPr id="50" name="Text 47"/>
          <p:cNvSpPr/>
          <p:nvPr/>
        </p:nvSpPr>
        <p:spPr>
          <a:xfrm>
            <a:off x="6756397" y="3536770"/>
            <a:ext cx="152410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Principles on Artificial Intelligence.</a:t>
            </a:r>
            <a:endParaRPr lang="en-US" sz="732" dirty="0"/>
          </a:p>
        </p:txBody>
      </p:sp>
      <p:sp>
        <p:nvSpPr>
          <p:cNvPr id="51" name="Text 48"/>
          <p:cNvSpPr/>
          <p:nvPr/>
        </p:nvSpPr>
        <p:spPr>
          <a:xfrm>
            <a:off x="6095991" y="3768217"/>
            <a:ext cx="11148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União Europeia. (2024). </a:t>
            </a:r>
            <a:endParaRPr lang="en-US" sz="732" dirty="0"/>
          </a:p>
        </p:txBody>
      </p:sp>
      <p:sp>
        <p:nvSpPr>
          <p:cNvPr id="52" name="Text 49"/>
          <p:cNvSpPr/>
          <p:nvPr/>
        </p:nvSpPr>
        <p:spPr>
          <a:xfrm>
            <a:off x="7210834" y="3768217"/>
            <a:ext cx="5272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Act Draft.</a:t>
            </a:r>
            <a:endParaRPr lang="en-US" sz="73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1935</Words>
  <Application>Microsoft Macintosh PowerPoint</Application>
  <PresentationFormat>On-screen Show (16:9)</PresentationFormat>
  <Paragraphs>294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Noto Sans</vt:lpstr>
      <vt:lpstr>Source Serif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Paulo Moraes | LANDTech</cp:lastModifiedBy>
  <cp:revision>1</cp:revision>
  <dcterms:created xsi:type="dcterms:W3CDTF">2025-10-22T22:49:28Z</dcterms:created>
  <dcterms:modified xsi:type="dcterms:W3CDTF">2025-10-23T21:11:39Z</dcterms:modified>
</cp:coreProperties>
</file>